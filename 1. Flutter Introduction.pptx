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2" r:id="rId7"/>
    <p:sldId id="273" r:id="rId8"/>
    <p:sldId id="274" r:id="rId9"/>
    <p:sldId id="275" r:id="rId10"/>
    <p:sldId id="277" r:id="rId11"/>
    <p:sldId id="276" r:id="rId12"/>
    <p:sldId id="278" r:id="rId13"/>
    <p:sldId id="291" r:id="rId14"/>
    <p:sldId id="292" r:id="rId15"/>
    <p:sldId id="293" r:id="rId16"/>
    <p:sldId id="294" r:id="rId17"/>
    <p:sldId id="295" r:id="rId18"/>
    <p:sldId id="289" r:id="rId19"/>
    <p:sldId id="290" r:id="rId20"/>
    <p:sldId id="279" r:id="rId21"/>
    <p:sldId id="280" r:id="rId22"/>
    <p:sldId id="281" r:id="rId23"/>
    <p:sldId id="282" r:id="rId24"/>
    <p:sldId id="284" r:id="rId25"/>
    <p:sldId id="285" r:id="rId26"/>
    <p:sldId id="283" r:id="rId27"/>
    <p:sldId id="286" r:id="rId28"/>
    <p:sldId id="287" r:id="rId29"/>
    <p:sldId id="288" r:id="rId30"/>
    <p:sldId id="296" r:id="rId31"/>
    <p:sldId id="26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7C55"/>
    <a:srgbClr val="A3B43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0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image" Target="../media/image3.png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0570" y="2219416"/>
            <a:ext cx="2847704" cy="1112992"/>
          </a:xfrm>
        </p:spPr>
        <p:txBody>
          <a:bodyPr vert="horz" anchor="b">
            <a:normAutofit/>
          </a:bodyPr>
          <a:lstStyle/>
          <a:p>
            <a:pPr algn="r"/>
            <a:r>
              <a:rPr lang="en-US" sz="7200" b="1" dirty="0">
                <a:solidFill>
                  <a:srgbClr val="002060"/>
                </a:solidFill>
              </a:rPr>
              <a:t>Flutter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35" y="390618"/>
            <a:ext cx="3541047" cy="541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Flutter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9669" y="834572"/>
            <a:ext cx="120526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Flutter is an open-source UI software development toolkit created by Google. It is used to build natively compiled applications for mobile (Android, iOS), web, and desktop from a single codebase.</a:t>
            </a:r>
          </a:p>
        </p:txBody>
      </p:sp>
      <p:sp>
        <p:nvSpPr>
          <p:cNvPr id="2" name="Rectangle 1"/>
          <p:cNvSpPr/>
          <p:nvPr/>
        </p:nvSpPr>
        <p:spPr>
          <a:xfrm>
            <a:off x="69669" y="1733775"/>
            <a:ext cx="26567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Key Features of Flutter: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2880" y="2264769"/>
            <a:ext cx="1100955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Single Codebase</a:t>
            </a:r>
            <a:r>
              <a:rPr lang="en-US" dirty="0"/>
              <a:t>: Write one set of code and run it on multiple platforms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Dart Language</a:t>
            </a:r>
            <a:r>
              <a:rPr lang="en-US" dirty="0"/>
              <a:t>: Uses Dart, a modern and fast programming language developed by Google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Widgets</a:t>
            </a:r>
            <a:r>
              <a:rPr lang="en-US" dirty="0"/>
              <a:t>: Everything in Flutter is a widget. It provides a rich set of customizable widgets for creating complex UIs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Hot Reload</a:t>
            </a:r>
            <a:r>
              <a:rPr lang="en-US" dirty="0"/>
              <a:t>: Instantly see the results of changes without restarting the app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High Performance</a:t>
            </a:r>
            <a:r>
              <a:rPr lang="en-US" dirty="0"/>
              <a:t>: Compiles to native ARM code for mobile, making it fast and smooth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Custom UI</a:t>
            </a:r>
            <a:r>
              <a:rPr lang="en-US" dirty="0"/>
              <a:t>: Easily create beautiful UIs with custom themes and animations.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845" y="5686698"/>
            <a:ext cx="9666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smtClean="0">
                <a:solidFill>
                  <a:srgbClr val="00B050"/>
                </a:solidFill>
              </a:rPr>
              <a:t>You can build Mobile Apps (Android &amp; iOS), Web apps, Desktop (Windows, </a:t>
            </a:r>
            <a:r>
              <a:rPr lang="en-US" sz="2000" b="1" dirty="0" err="1" smtClean="0">
                <a:solidFill>
                  <a:srgbClr val="00B050"/>
                </a:solidFill>
              </a:rPr>
              <a:t>macOS</a:t>
            </a:r>
            <a:r>
              <a:rPr lang="en-US" sz="2000" b="1" dirty="0" smtClean="0">
                <a:solidFill>
                  <a:srgbClr val="00B050"/>
                </a:solidFill>
              </a:rPr>
              <a:t>, Linux) and embedded devices (with some configurations)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94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2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Flutter Architecture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77" y="740228"/>
            <a:ext cx="5373449" cy="58695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5747657" y="1355413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000" b="1" dirty="0">
                <a:solidFill>
                  <a:srgbClr val="00B050"/>
                </a:solidFill>
              </a:rPr>
              <a:t>This is the developer-facing layer, written in Dart, where most of your application code lives.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7326" y="3616198"/>
            <a:ext cx="61656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The Flutter Engine is written in C++. It is responsible for rendering, executing Dart code, and handling system-level 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47657" y="5215263"/>
            <a:ext cx="62353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accent2"/>
                </a:solidFill>
              </a:rPr>
              <a:t>This is the lowest layer that integrates Flutter with the host platform (Android, iOS, Windows, </a:t>
            </a:r>
            <a:r>
              <a:rPr lang="en-US" dirty="0" err="1">
                <a:solidFill>
                  <a:schemeClr val="accent2"/>
                </a:solidFill>
              </a:rPr>
              <a:t>macOS</a:t>
            </a:r>
            <a:r>
              <a:rPr lang="en-US" dirty="0">
                <a:solidFill>
                  <a:schemeClr val="accent2"/>
                </a:solidFill>
              </a:rPr>
              <a:t>, Linux). Each platform has its own embedder written in native code (Java/</a:t>
            </a:r>
            <a:r>
              <a:rPr lang="en-US" dirty="0" err="1">
                <a:solidFill>
                  <a:schemeClr val="accent2"/>
                </a:solidFill>
              </a:rPr>
              <a:t>Kotlin</a:t>
            </a:r>
            <a:r>
              <a:rPr lang="en-US" dirty="0">
                <a:solidFill>
                  <a:schemeClr val="accent2"/>
                </a:solidFill>
              </a:rPr>
              <a:t> for Android, Objective-C/Swift for iOS, etc.).</a:t>
            </a:r>
          </a:p>
        </p:txBody>
      </p:sp>
    </p:spTree>
    <p:extLst>
      <p:ext uri="{BB962C8B-B14F-4D97-AF65-F5344CB8AC3E}">
        <p14:creationId xmlns:p14="http://schemas.microsoft.com/office/powerpoint/2010/main" val="113476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>
            <p:custDataLst>
              <p:tags r:id="rId1"/>
            </p:custDataLst>
          </p:nvPr>
        </p:nvGrpSpPr>
        <p:grpSpPr>
          <a:xfrm>
            <a:off x="6266534" y="1248535"/>
            <a:ext cx="1096572" cy="1096572"/>
            <a:chOff x="899591" y="1902000"/>
            <a:chExt cx="1250671" cy="1250671"/>
          </a:xfrm>
        </p:grpSpPr>
        <p:sp>
          <p:nvSpPr>
            <p:cNvPr id="5" name="Oval 4"/>
            <p:cNvSpPr/>
            <p:nvPr>
              <p:custDataLst>
                <p:tags r:id="rId50"/>
              </p:custDataLst>
            </p:nvPr>
          </p:nvSpPr>
          <p:spPr>
            <a:xfrm>
              <a:off x="899591" y="1902000"/>
              <a:ext cx="1250671" cy="1250671"/>
            </a:xfrm>
            <a:prstGeom prst="ellipse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" name="Oval 5"/>
            <p:cNvSpPr/>
            <p:nvPr>
              <p:custDataLst>
                <p:tags r:id="rId51"/>
              </p:custDataLst>
            </p:nvPr>
          </p:nvSpPr>
          <p:spPr>
            <a:xfrm>
              <a:off x="1016229" y="2018638"/>
              <a:ext cx="1017395" cy="101739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902" name="TextBox 901"/>
          <p:cNvSpPr txBox="1"/>
          <p:nvPr>
            <p:custDataLst>
              <p:tags r:id="rId2"/>
            </p:custDataLst>
          </p:nvPr>
        </p:nvSpPr>
        <p:spPr>
          <a:xfrm>
            <a:off x="442980" y="1600646"/>
            <a:ext cx="89700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2018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charset="0"/>
            </a:endParaRPr>
          </a:p>
        </p:txBody>
      </p:sp>
      <p:sp>
        <p:nvSpPr>
          <p:cNvPr id="7" name="Oval 6"/>
          <p:cNvSpPr/>
          <p:nvPr>
            <p:custDataLst>
              <p:tags r:id="rId3"/>
            </p:custDataLst>
          </p:nvPr>
        </p:nvSpPr>
        <p:spPr>
          <a:xfrm>
            <a:off x="1105795" y="1152040"/>
            <a:ext cx="448513" cy="448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7" name="Rounded Rectangle 11"/>
          <p:cNvSpPr/>
          <p:nvPr>
            <p:custDataLst>
              <p:tags r:id="rId4"/>
            </p:custDataLst>
          </p:nvPr>
        </p:nvSpPr>
        <p:spPr>
          <a:xfrm>
            <a:off x="1616045" y="1382033"/>
            <a:ext cx="4396477" cy="947520"/>
          </a:xfrm>
          <a:custGeom>
            <a:avLst/>
            <a:gdLst/>
            <a:ahLst/>
            <a:cxnLst/>
            <a:rect l="l" t="t" r="r" b="b"/>
            <a:pathLst>
              <a:path w="4320480" h="1296000">
                <a:moveTo>
                  <a:pt x="291768" y="0"/>
                </a:moveTo>
                <a:lnTo>
                  <a:pt x="4028712" y="0"/>
                </a:lnTo>
                <a:cubicBezTo>
                  <a:pt x="4189851" y="0"/>
                  <a:pt x="4320480" y="130629"/>
                  <a:pt x="4320480" y="291768"/>
                </a:cubicBezTo>
                <a:lnTo>
                  <a:pt x="4320480" y="1004232"/>
                </a:lnTo>
                <a:cubicBezTo>
                  <a:pt x="4320480" y="1165371"/>
                  <a:pt x="4189851" y="1296000"/>
                  <a:pt x="4028712" y="1296000"/>
                </a:cubicBezTo>
                <a:lnTo>
                  <a:pt x="291768" y="1296000"/>
                </a:lnTo>
                <a:cubicBezTo>
                  <a:pt x="130629" y="1296000"/>
                  <a:pt x="0" y="1165371"/>
                  <a:pt x="0" y="1004232"/>
                </a:cubicBezTo>
                <a:lnTo>
                  <a:pt x="0" y="769158"/>
                </a:lnTo>
                <a:lnTo>
                  <a:pt x="401179" y="769158"/>
                </a:lnTo>
                <a:lnTo>
                  <a:pt x="401179" y="890316"/>
                </a:lnTo>
                <a:lnTo>
                  <a:pt x="643495" y="648000"/>
                </a:lnTo>
                <a:lnTo>
                  <a:pt x="401179" y="405684"/>
                </a:lnTo>
                <a:lnTo>
                  <a:pt x="401179" y="526842"/>
                </a:lnTo>
                <a:lnTo>
                  <a:pt x="0" y="526842"/>
                </a:lnTo>
                <a:lnTo>
                  <a:pt x="0" y="291768"/>
                </a:lnTo>
                <a:cubicBezTo>
                  <a:pt x="0" y="130629"/>
                  <a:pt x="130629" y="0"/>
                  <a:pt x="2917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200" dirty="0"/>
          </a:p>
        </p:txBody>
      </p:sp>
      <p:sp>
        <p:nvSpPr>
          <p:cNvPr id="919" name="TextBox 918"/>
          <p:cNvSpPr txBox="1"/>
          <p:nvPr>
            <p:custDataLst>
              <p:tags r:id="rId5"/>
            </p:custDataLst>
          </p:nvPr>
        </p:nvSpPr>
        <p:spPr>
          <a:xfrm>
            <a:off x="2407420" y="1514106"/>
            <a:ext cx="33194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anose="020B0604020202020204" pitchFamily="34" charset="0"/>
              </a:rPr>
              <a:t>Flutter 1.0  Apps for Android and iOS</a:t>
            </a:r>
            <a:r>
              <a:rPr lang="ko-KR" altLang="en-US" b="1" dirty="0">
                <a:solidFill>
                  <a:schemeClr val="bg1"/>
                </a:solidFill>
                <a:cs typeface="Arial" panose="020B0604020202020204" pitchFamily="34" charset="0"/>
              </a:rPr>
              <a:t>  </a:t>
            </a:r>
          </a:p>
        </p:txBody>
      </p:sp>
      <p:pic>
        <p:nvPicPr>
          <p:cNvPr id="9" name="Picture 8" descr="images-removebg-preview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1199769" y="1093462"/>
            <a:ext cx="354431" cy="420410"/>
          </a:xfrm>
          <a:prstGeom prst="rect">
            <a:avLst/>
          </a:prstGeom>
        </p:spPr>
      </p:pic>
      <p:grpSp>
        <p:nvGrpSpPr>
          <p:cNvPr id="10" name="Group 9"/>
          <p:cNvGrpSpPr/>
          <p:nvPr>
            <p:custDataLst>
              <p:tags r:id="rId7"/>
            </p:custDataLst>
          </p:nvPr>
        </p:nvGrpSpPr>
        <p:grpSpPr>
          <a:xfrm>
            <a:off x="386416" y="2743783"/>
            <a:ext cx="1096572" cy="1096572"/>
            <a:chOff x="899591" y="1902000"/>
            <a:chExt cx="1250671" cy="1250671"/>
          </a:xfrm>
        </p:grpSpPr>
        <p:sp>
          <p:nvSpPr>
            <p:cNvPr id="11" name="Oval 10"/>
            <p:cNvSpPr/>
            <p:nvPr>
              <p:custDataLst>
                <p:tags r:id="rId48"/>
              </p:custDataLst>
            </p:nvPr>
          </p:nvSpPr>
          <p:spPr>
            <a:xfrm>
              <a:off x="899591" y="1902000"/>
              <a:ext cx="1250671" cy="1250671"/>
            </a:xfrm>
            <a:prstGeom prst="ellipse">
              <a:avLst/>
            </a:prstGeom>
            <a:solidFill>
              <a:schemeClr val="accent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" name="Oval 11"/>
            <p:cNvSpPr/>
            <p:nvPr>
              <p:custDataLst>
                <p:tags r:id="rId49"/>
              </p:custDataLst>
            </p:nvPr>
          </p:nvSpPr>
          <p:spPr>
            <a:xfrm>
              <a:off x="1016229" y="2018638"/>
              <a:ext cx="1017395" cy="101739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3" name="TextBox 902"/>
          <p:cNvSpPr txBox="1"/>
          <p:nvPr>
            <p:custDataLst>
              <p:tags r:id="rId8"/>
            </p:custDataLst>
          </p:nvPr>
        </p:nvSpPr>
        <p:spPr>
          <a:xfrm>
            <a:off x="508497" y="3018258"/>
            <a:ext cx="89700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charset="0"/>
              </a:rPr>
              <a:t>2019</a:t>
            </a:r>
          </a:p>
        </p:txBody>
      </p:sp>
      <p:sp>
        <p:nvSpPr>
          <p:cNvPr id="14" name="Oval 13"/>
          <p:cNvSpPr/>
          <p:nvPr>
            <p:custDataLst>
              <p:tags r:id="rId9"/>
            </p:custDataLst>
          </p:nvPr>
        </p:nvSpPr>
        <p:spPr>
          <a:xfrm>
            <a:off x="1112334" y="2654262"/>
            <a:ext cx="448513" cy="44851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pic>
        <p:nvPicPr>
          <p:cNvPr id="16" name="Picture 15" descr="Google-Flutter-Icon-PNG-removebg-preview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1063610" y="2681836"/>
            <a:ext cx="591082" cy="358248"/>
          </a:xfrm>
          <a:prstGeom prst="rect">
            <a:avLst/>
          </a:prstGeom>
        </p:spPr>
      </p:pic>
      <p:sp>
        <p:nvSpPr>
          <p:cNvPr id="912" name="Rounded Rectangle 11"/>
          <p:cNvSpPr/>
          <p:nvPr>
            <p:custDataLst>
              <p:tags r:id="rId11"/>
            </p:custDataLst>
          </p:nvPr>
        </p:nvSpPr>
        <p:spPr>
          <a:xfrm>
            <a:off x="7683470" y="2796359"/>
            <a:ext cx="4396477" cy="947520"/>
          </a:xfrm>
          <a:custGeom>
            <a:avLst/>
            <a:gdLst/>
            <a:ahLst/>
            <a:cxnLst/>
            <a:rect l="l" t="t" r="r" b="b"/>
            <a:pathLst>
              <a:path w="4320480" h="1296000">
                <a:moveTo>
                  <a:pt x="291768" y="0"/>
                </a:moveTo>
                <a:lnTo>
                  <a:pt x="4028712" y="0"/>
                </a:lnTo>
                <a:cubicBezTo>
                  <a:pt x="4189851" y="0"/>
                  <a:pt x="4320480" y="130629"/>
                  <a:pt x="4320480" y="291768"/>
                </a:cubicBezTo>
                <a:lnTo>
                  <a:pt x="4320480" y="1004232"/>
                </a:lnTo>
                <a:cubicBezTo>
                  <a:pt x="4320480" y="1165371"/>
                  <a:pt x="4189851" y="1296000"/>
                  <a:pt x="4028712" y="1296000"/>
                </a:cubicBezTo>
                <a:lnTo>
                  <a:pt x="291768" y="1296000"/>
                </a:lnTo>
                <a:cubicBezTo>
                  <a:pt x="130629" y="1296000"/>
                  <a:pt x="0" y="1165371"/>
                  <a:pt x="0" y="1004232"/>
                </a:cubicBezTo>
                <a:lnTo>
                  <a:pt x="0" y="769158"/>
                </a:lnTo>
                <a:lnTo>
                  <a:pt x="401179" y="769158"/>
                </a:lnTo>
                <a:lnTo>
                  <a:pt x="401179" y="890316"/>
                </a:lnTo>
                <a:lnTo>
                  <a:pt x="643495" y="648000"/>
                </a:lnTo>
                <a:lnTo>
                  <a:pt x="401179" y="405684"/>
                </a:lnTo>
                <a:lnTo>
                  <a:pt x="401179" y="526842"/>
                </a:lnTo>
                <a:lnTo>
                  <a:pt x="0" y="526842"/>
                </a:lnTo>
                <a:lnTo>
                  <a:pt x="0" y="291768"/>
                </a:lnTo>
                <a:cubicBezTo>
                  <a:pt x="0" y="130629"/>
                  <a:pt x="130629" y="0"/>
                  <a:pt x="29176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200" dirty="0"/>
          </a:p>
        </p:txBody>
      </p:sp>
      <p:sp>
        <p:nvSpPr>
          <p:cNvPr id="914" name="TextBox 913"/>
          <p:cNvSpPr txBox="1"/>
          <p:nvPr>
            <p:custDataLst>
              <p:tags r:id="rId12"/>
            </p:custDataLst>
          </p:nvPr>
        </p:nvSpPr>
        <p:spPr>
          <a:xfrm>
            <a:off x="2789391" y="3157920"/>
            <a:ext cx="3865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   </a:t>
            </a:r>
          </a:p>
        </p:txBody>
      </p:sp>
      <p:sp>
        <p:nvSpPr>
          <p:cNvPr id="915" name="TextBox 914"/>
          <p:cNvSpPr txBox="1"/>
          <p:nvPr>
            <p:custDataLst>
              <p:tags r:id="rId13"/>
            </p:custDataLst>
          </p:nvPr>
        </p:nvSpPr>
        <p:spPr>
          <a:xfrm>
            <a:off x="2407285" y="2795905"/>
            <a:ext cx="3319780" cy="833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ko-KR" b="1" dirty="0">
                <a:solidFill>
                  <a:schemeClr val="bg1"/>
                </a:solidFill>
                <a:cs typeface="Arial" panose="020B0604020202020204" pitchFamily="34" charset="0"/>
              </a:rPr>
              <a:t>Flutter 1.0 stable version for Android, iOS and web beta version </a:t>
            </a:r>
          </a:p>
        </p:txBody>
      </p:sp>
      <p:grpSp>
        <p:nvGrpSpPr>
          <p:cNvPr id="899" name="Group 898"/>
          <p:cNvGrpSpPr/>
          <p:nvPr>
            <p:custDataLst>
              <p:tags r:id="rId14"/>
            </p:custDataLst>
          </p:nvPr>
        </p:nvGrpSpPr>
        <p:grpSpPr>
          <a:xfrm>
            <a:off x="419100" y="4255770"/>
            <a:ext cx="1017905" cy="1033780"/>
            <a:chOff x="899591" y="1902000"/>
            <a:chExt cx="1250671" cy="1250671"/>
          </a:xfrm>
        </p:grpSpPr>
        <p:sp>
          <p:nvSpPr>
            <p:cNvPr id="900" name="Oval 899"/>
            <p:cNvSpPr/>
            <p:nvPr>
              <p:custDataLst>
                <p:tags r:id="rId46"/>
              </p:custDataLst>
            </p:nvPr>
          </p:nvSpPr>
          <p:spPr>
            <a:xfrm>
              <a:off x="899591" y="1902000"/>
              <a:ext cx="1250671" cy="1250671"/>
            </a:xfrm>
            <a:prstGeom prst="ellipse">
              <a:avLst/>
            </a:prstGeom>
            <a:solidFill>
              <a:schemeClr val="accent4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01" name="Oval 900"/>
            <p:cNvSpPr/>
            <p:nvPr>
              <p:custDataLst>
                <p:tags r:id="rId47"/>
              </p:custDataLst>
            </p:nvPr>
          </p:nvSpPr>
          <p:spPr>
            <a:xfrm>
              <a:off x="1016229" y="2018638"/>
              <a:ext cx="1017395" cy="101739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904" name="TextBox 903"/>
          <p:cNvSpPr txBox="1"/>
          <p:nvPr>
            <p:custDataLst>
              <p:tags r:id="rId15"/>
            </p:custDataLst>
          </p:nvPr>
        </p:nvSpPr>
        <p:spPr>
          <a:xfrm>
            <a:off x="419031" y="4542686"/>
            <a:ext cx="1044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2020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charset="0"/>
            </a:endParaRPr>
          </a:p>
        </p:txBody>
      </p:sp>
      <p:sp>
        <p:nvSpPr>
          <p:cNvPr id="907" name="Oval 906"/>
          <p:cNvSpPr/>
          <p:nvPr>
            <p:custDataLst>
              <p:tags r:id="rId16"/>
            </p:custDataLst>
          </p:nvPr>
        </p:nvSpPr>
        <p:spPr>
          <a:xfrm>
            <a:off x="1024890" y="4152900"/>
            <a:ext cx="438785" cy="4356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pic>
        <p:nvPicPr>
          <p:cNvPr id="2" name="Picture 1" descr="images-removebg-preview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1123315" y="4065905"/>
            <a:ext cx="351155" cy="430530"/>
          </a:xfrm>
          <a:prstGeom prst="rect">
            <a:avLst/>
          </a:prstGeom>
        </p:spPr>
      </p:pic>
      <p:sp>
        <p:nvSpPr>
          <p:cNvPr id="922" name="Rounded Rectangle 11"/>
          <p:cNvSpPr/>
          <p:nvPr>
            <p:custDataLst>
              <p:tags r:id="rId18"/>
            </p:custDataLst>
          </p:nvPr>
        </p:nvSpPr>
        <p:spPr>
          <a:xfrm>
            <a:off x="1825625" y="4144645"/>
            <a:ext cx="4116070" cy="1055370"/>
          </a:xfrm>
          <a:custGeom>
            <a:avLst/>
            <a:gdLst/>
            <a:ahLst/>
            <a:cxnLst/>
            <a:rect l="l" t="t" r="r" b="b"/>
            <a:pathLst>
              <a:path w="4320480" h="1296000">
                <a:moveTo>
                  <a:pt x="291768" y="0"/>
                </a:moveTo>
                <a:lnTo>
                  <a:pt x="4028712" y="0"/>
                </a:lnTo>
                <a:cubicBezTo>
                  <a:pt x="4189851" y="0"/>
                  <a:pt x="4320480" y="130629"/>
                  <a:pt x="4320480" y="291768"/>
                </a:cubicBezTo>
                <a:lnTo>
                  <a:pt x="4320480" y="1004232"/>
                </a:lnTo>
                <a:cubicBezTo>
                  <a:pt x="4320480" y="1165371"/>
                  <a:pt x="4189851" y="1296000"/>
                  <a:pt x="4028712" y="1296000"/>
                </a:cubicBezTo>
                <a:lnTo>
                  <a:pt x="291768" y="1296000"/>
                </a:lnTo>
                <a:cubicBezTo>
                  <a:pt x="130629" y="1296000"/>
                  <a:pt x="0" y="1165371"/>
                  <a:pt x="0" y="1004232"/>
                </a:cubicBezTo>
                <a:lnTo>
                  <a:pt x="0" y="769158"/>
                </a:lnTo>
                <a:lnTo>
                  <a:pt x="401179" y="769158"/>
                </a:lnTo>
                <a:lnTo>
                  <a:pt x="401179" y="890316"/>
                </a:lnTo>
                <a:lnTo>
                  <a:pt x="643495" y="648000"/>
                </a:lnTo>
                <a:lnTo>
                  <a:pt x="401179" y="405684"/>
                </a:lnTo>
                <a:lnTo>
                  <a:pt x="401179" y="526842"/>
                </a:lnTo>
                <a:lnTo>
                  <a:pt x="0" y="526842"/>
                </a:lnTo>
                <a:lnTo>
                  <a:pt x="0" y="291768"/>
                </a:lnTo>
                <a:cubicBezTo>
                  <a:pt x="0" y="130629"/>
                  <a:pt x="130629" y="0"/>
                  <a:pt x="29176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200" dirty="0"/>
          </a:p>
        </p:txBody>
      </p:sp>
      <p:sp>
        <p:nvSpPr>
          <p:cNvPr id="924" name="TextBox 923"/>
          <p:cNvSpPr txBox="1"/>
          <p:nvPr>
            <p:custDataLst>
              <p:tags r:id="rId19"/>
            </p:custDataLst>
          </p:nvPr>
        </p:nvSpPr>
        <p:spPr>
          <a:xfrm>
            <a:off x="2443480" y="4261485"/>
            <a:ext cx="2881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Flutter 2.0 web stable and beta version for desktop</a:t>
            </a:r>
          </a:p>
        </p:txBody>
      </p:sp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Flutter Versions</a:t>
            </a:r>
          </a:p>
        </p:txBody>
      </p:sp>
      <p:sp>
        <p:nvSpPr>
          <p:cNvPr id="20" name="Rounded Rectangle 11"/>
          <p:cNvSpPr/>
          <p:nvPr>
            <p:custDataLst>
              <p:tags r:id="rId20"/>
            </p:custDataLst>
          </p:nvPr>
        </p:nvSpPr>
        <p:spPr>
          <a:xfrm>
            <a:off x="7683470" y="1382033"/>
            <a:ext cx="4396477" cy="947520"/>
          </a:xfrm>
          <a:custGeom>
            <a:avLst/>
            <a:gdLst/>
            <a:ahLst/>
            <a:cxnLst/>
            <a:rect l="l" t="t" r="r" b="b"/>
            <a:pathLst>
              <a:path w="4320480" h="1296000">
                <a:moveTo>
                  <a:pt x="291768" y="0"/>
                </a:moveTo>
                <a:lnTo>
                  <a:pt x="4028712" y="0"/>
                </a:lnTo>
                <a:cubicBezTo>
                  <a:pt x="4189851" y="0"/>
                  <a:pt x="4320480" y="130629"/>
                  <a:pt x="4320480" y="291768"/>
                </a:cubicBezTo>
                <a:lnTo>
                  <a:pt x="4320480" y="1004232"/>
                </a:lnTo>
                <a:cubicBezTo>
                  <a:pt x="4320480" y="1165371"/>
                  <a:pt x="4189851" y="1296000"/>
                  <a:pt x="4028712" y="1296000"/>
                </a:cubicBezTo>
                <a:lnTo>
                  <a:pt x="291768" y="1296000"/>
                </a:lnTo>
                <a:cubicBezTo>
                  <a:pt x="130629" y="1296000"/>
                  <a:pt x="0" y="1165371"/>
                  <a:pt x="0" y="1004232"/>
                </a:cubicBezTo>
                <a:lnTo>
                  <a:pt x="0" y="769158"/>
                </a:lnTo>
                <a:lnTo>
                  <a:pt x="401179" y="769158"/>
                </a:lnTo>
                <a:lnTo>
                  <a:pt x="401179" y="890316"/>
                </a:lnTo>
                <a:lnTo>
                  <a:pt x="643495" y="648000"/>
                </a:lnTo>
                <a:lnTo>
                  <a:pt x="401179" y="405684"/>
                </a:lnTo>
                <a:lnTo>
                  <a:pt x="401179" y="526842"/>
                </a:lnTo>
                <a:lnTo>
                  <a:pt x="0" y="526842"/>
                </a:lnTo>
                <a:lnTo>
                  <a:pt x="0" y="291768"/>
                </a:lnTo>
                <a:cubicBezTo>
                  <a:pt x="0" y="130629"/>
                  <a:pt x="130629" y="0"/>
                  <a:pt x="291768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200" dirty="0"/>
          </a:p>
        </p:txBody>
      </p:sp>
      <p:sp>
        <p:nvSpPr>
          <p:cNvPr id="21" name="TextBox 918"/>
          <p:cNvSpPr txBox="1"/>
          <p:nvPr>
            <p:custDataLst>
              <p:tags r:id="rId21"/>
            </p:custDataLst>
          </p:nvPr>
        </p:nvSpPr>
        <p:spPr>
          <a:xfrm>
            <a:off x="8417060" y="1514106"/>
            <a:ext cx="331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anose="020B0604020202020204" pitchFamily="34" charset="0"/>
              </a:rPr>
              <a:t>Flutter </a:t>
            </a:r>
            <a:r>
              <a:rPr lang="en-US" altLang="ko-KR" b="1" dirty="0" smtClean="0">
                <a:solidFill>
                  <a:schemeClr val="bg1"/>
                </a:solidFill>
                <a:cs typeface="Arial" panose="020B0604020202020204" pitchFamily="34" charset="0"/>
              </a:rPr>
              <a:t>2.10  Stable for desktop</a:t>
            </a:r>
            <a:endParaRPr lang="ko-KR" altLang="en-US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8" name="Group 27"/>
          <p:cNvGrpSpPr/>
          <p:nvPr>
            <p:custDataLst>
              <p:tags r:id="rId22"/>
            </p:custDataLst>
          </p:nvPr>
        </p:nvGrpSpPr>
        <p:grpSpPr>
          <a:xfrm>
            <a:off x="467714" y="1360295"/>
            <a:ext cx="1096572" cy="1096572"/>
            <a:chOff x="899591" y="1902000"/>
            <a:chExt cx="1250671" cy="1250671"/>
          </a:xfrm>
        </p:grpSpPr>
        <p:sp>
          <p:nvSpPr>
            <p:cNvPr id="29" name="Oval 28"/>
            <p:cNvSpPr/>
            <p:nvPr>
              <p:custDataLst>
                <p:tags r:id="rId44"/>
              </p:custDataLst>
            </p:nvPr>
          </p:nvSpPr>
          <p:spPr>
            <a:xfrm>
              <a:off x="899591" y="1902000"/>
              <a:ext cx="1250671" cy="1250671"/>
            </a:xfrm>
            <a:prstGeom prst="ellipse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" name="Oval 29"/>
            <p:cNvSpPr/>
            <p:nvPr>
              <p:custDataLst>
                <p:tags r:id="rId45"/>
              </p:custDataLst>
            </p:nvPr>
          </p:nvSpPr>
          <p:spPr>
            <a:xfrm>
              <a:off x="1016229" y="2018638"/>
              <a:ext cx="1017395" cy="101739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1" name="TextBox 901"/>
          <p:cNvSpPr txBox="1"/>
          <p:nvPr>
            <p:custDataLst>
              <p:tags r:id="rId23"/>
            </p:custDataLst>
          </p:nvPr>
        </p:nvSpPr>
        <p:spPr>
          <a:xfrm>
            <a:off x="569980" y="1727646"/>
            <a:ext cx="89700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2018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charset="0"/>
            </a:endParaRPr>
          </a:p>
        </p:txBody>
      </p:sp>
      <p:sp>
        <p:nvSpPr>
          <p:cNvPr id="32" name="Oval 31"/>
          <p:cNvSpPr/>
          <p:nvPr>
            <p:custDataLst>
              <p:tags r:id="rId24"/>
            </p:custDataLst>
          </p:nvPr>
        </p:nvSpPr>
        <p:spPr>
          <a:xfrm>
            <a:off x="6999865" y="1152040"/>
            <a:ext cx="448513" cy="448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pic>
        <p:nvPicPr>
          <p:cNvPr id="33" name="Picture 32" descr="images-removebg-preview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7093839" y="1093462"/>
            <a:ext cx="354431" cy="420410"/>
          </a:xfrm>
          <a:prstGeom prst="rect">
            <a:avLst/>
          </a:prstGeom>
        </p:spPr>
      </p:pic>
      <p:sp>
        <p:nvSpPr>
          <p:cNvPr id="34" name="TextBox 901"/>
          <p:cNvSpPr txBox="1"/>
          <p:nvPr>
            <p:custDataLst>
              <p:tags r:id="rId26"/>
            </p:custDataLst>
          </p:nvPr>
        </p:nvSpPr>
        <p:spPr>
          <a:xfrm>
            <a:off x="6363085" y="1600646"/>
            <a:ext cx="89700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2022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charset="0"/>
            </a:endParaRPr>
          </a:p>
        </p:txBody>
      </p:sp>
      <p:grpSp>
        <p:nvGrpSpPr>
          <p:cNvPr id="50" name="Group 49"/>
          <p:cNvGrpSpPr/>
          <p:nvPr>
            <p:custDataLst>
              <p:tags r:id="rId27"/>
            </p:custDataLst>
          </p:nvPr>
        </p:nvGrpSpPr>
        <p:grpSpPr>
          <a:xfrm>
            <a:off x="6311289" y="2685488"/>
            <a:ext cx="1096572" cy="1096572"/>
            <a:chOff x="899591" y="1902000"/>
            <a:chExt cx="1250671" cy="1250671"/>
          </a:xfrm>
        </p:grpSpPr>
        <p:sp>
          <p:nvSpPr>
            <p:cNvPr id="51" name="Oval 50"/>
            <p:cNvSpPr/>
            <p:nvPr>
              <p:custDataLst>
                <p:tags r:id="rId42"/>
              </p:custDataLst>
            </p:nvPr>
          </p:nvSpPr>
          <p:spPr>
            <a:xfrm>
              <a:off x="899591" y="1902000"/>
              <a:ext cx="1250671" cy="1250671"/>
            </a:xfrm>
            <a:prstGeom prst="ellipse">
              <a:avLst/>
            </a:prstGeom>
            <a:solidFill>
              <a:schemeClr val="accent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2" name="Oval 51"/>
            <p:cNvSpPr/>
            <p:nvPr>
              <p:custDataLst>
                <p:tags r:id="rId43"/>
              </p:custDataLst>
            </p:nvPr>
          </p:nvSpPr>
          <p:spPr>
            <a:xfrm>
              <a:off x="1016229" y="2018638"/>
              <a:ext cx="1017395" cy="101739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53" name="TextBox 902"/>
          <p:cNvSpPr txBox="1"/>
          <p:nvPr>
            <p:custDataLst>
              <p:tags r:id="rId28"/>
            </p:custDataLst>
          </p:nvPr>
        </p:nvSpPr>
        <p:spPr>
          <a:xfrm>
            <a:off x="6393437" y="2869426"/>
            <a:ext cx="89700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charset="0"/>
              </a:rPr>
              <a:t>2022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charset="0"/>
            </a:endParaRPr>
          </a:p>
        </p:txBody>
      </p:sp>
      <p:sp>
        <p:nvSpPr>
          <p:cNvPr id="54" name="Oval 53"/>
          <p:cNvSpPr/>
          <p:nvPr>
            <p:custDataLst>
              <p:tags r:id="rId29"/>
            </p:custDataLst>
          </p:nvPr>
        </p:nvSpPr>
        <p:spPr>
          <a:xfrm>
            <a:off x="7042976" y="2504688"/>
            <a:ext cx="448513" cy="44851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5" name="Rounded Rectangle 11"/>
          <p:cNvSpPr/>
          <p:nvPr>
            <p:custDataLst>
              <p:tags r:id="rId30"/>
            </p:custDataLst>
          </p:nvPr>
        </p:nvSpPr>
        <p:spPr>
          <a:xfrm>
            <a:off x="1768445" y="2896935"/>
            <a:ext cx="4396477" cy="947520"/>
          </a:xfrm>
          <a:custGeom>
            <a:avLst/>
            <a:gdLst/>
            <a:ahLst/>
            <a:cxnLst/>
            <a:rect l="l" t="t" r="r" b="b"/>
            <a:pathLst>
              <a:path w="4320480" h="1296000">
                <a:moveTo>
                  <a:pt x="291768" y="0"/>
                </a:moveTo>
                <a:lnTo>
                  <a:pt x="4028712" y="0"/>
                </a:lnTo>
                <a:cubicBezTo>
                  <a:pt x="4189851" y="0"/>
                  <a:pt x="4320480" y="130629"/>
                  <a:pt x="4320480" y="291768"/>
                </a:cubicBezTo>
                <a:lnTo>
                  <a:pt x="4320480" y="1004232"/>
                </a:lnTo>
                <a:cubicBezTo>
                  <a:pt x="4320480" y="1165371"/>
                  <a:pt x="4189851" y="1296000"/>
                  <a:pt x="4028712" y="1296000"/>
                </a:cubicBezTo>
                <a:lnTo>
                  <a:pt x="291768" y="1296000"/>
                </a:lnTo>
                <a:cubicBezTo>
                  <a:pt x="130629" y="1296000"/>
                  <a:pt x="0" y="1165371"/>
                  <a:pt x="0" y="1004232"/>
                </a:cubicBezTo>
                <a:lnTo>
                  <a:pt x="0" y="769158"/>
                </a:lnTo>
                <a:lnTo>
                  <a:pt x="401179" y="769158"/>
                </a:lnTo>
                <a:lnTo>
                  <a:pt x="401179" y="890316"/>
                </a:lnTo>
                <a:lnTo>
                  <a:pt x="643495" y="648000"/>
                </a:lnTo>
                <a:lnTo>
                  <a:pt x="401179" y="405684"/>
                </a:lnTo>
                <a:lnTo>
                  <a:pt x="401179" y="526842"/>
                </a:lnTo>
                <a:lnTo>
                  <a:pt x="0" y="526842"/>
                </a:lnTo>
                <a:lnTo>
                  <a:pt x="0" y="291768"/>
                </a:lnTo>
                <a:cubicBezTo>
                  <a:pt x="0" y="130629"/>
                  <a:pt x="130629" y="0"/>
                  <a:pt x="29176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200" dirty="0"/>
          </a:p>
        </p:txBody>
      </p:sp>
      <p:sp>
        <p:nvSpPr>
          <p:cNvPr id="56" name="TextBox 55"/>
          <p:cNvSpPr txBox="1"/>
          <p:nvPr>
            <p:custDataLst>
              <p:tags r:id="rId31"/>
            </p:custDataLst>
          </p:nvPr>
        </p:nvSpPr>
        <p:spPr>
          <a:xfrm>
            <a:off x="2559685" y="2948305"/>
            <a:ext cx="3319780" cy="833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ko-KR" b="1" dirty="0">
                <a:solidFill>
                  <a:schemeClr val="bg1"/>
                </a:solidFill>
                <a:cs typeface="Arial" panose="020B0604020202020204" pitchFamily="34" charset="0"/>
              </a:rPr>
              <a:t>Flutter 1.0 stable version for Android, iOS and web beta version </a:t>
            </a:r>
          </a:p>
        </p:txBody>
      </p:sp>
      <p:sp>
        <p:nvSpPr>
          <p:cNvPr id="57" name="TextBox 56"/>
          <p:cNvSpPr txBox="1"/>
          <p:nvPr>
            <p:custDataLst>
              <p:tags r:id="rId32"/>
            </p:custDataLst>
          </p:nvPr>
        </p:nvSpPr>
        <p:spPr>
          <a:xfrm>
            <a:off x="8416759" y="2879561"/>
            <a:ext cx="3319780" cy="833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ko-KR" b="1" dirty="0" smtClean="0">
                <a:solidFill>
                  <a:schemeClr val="bg1"/>
                </a:solidFill>
                <a:cs typeface="Arial" panose="020B0604020202020204" pitchFamily="34" charset="0"/>
              </a:rPr>
              <a:t>Flutter 3.0 Stable support for all platforms</a:t>
            </a:r>
            <a:endParaRPr lang="en-US" altLang="ko-KR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8" name="Picture 57" descr="Google-Flutter-Icon-PNG-removebg-preview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6956391" y="2520270"/>
            <a:ext cx="591082" cy="358248"/>
          </a:xfrm>
          <a:prstGeom prst="rect">
            <a:avLst/>
          </a:prstGeom>
        </p:spPr>
      </p:pic>
      <p:grpSp>
        <p:nvGrpSpPr>
          <p:cNvPr id="59" name="Group 58"/>
          <p:cNvGrpSpPr/>
          <p:nvPr>
            <p:custDataLst>
              <p:tags r:id="rId34"/>
            </p:custDataLst>
          </p:nvPr>
        </p:nvGrpSpPr>
        <p:grpSpPr>
          <a:xfrm>
            <a:off x="6338221" y="4166844"/>
            <a:ext cx="1017905" cy="1033780"/>
            <a:chOff x="899591" y="1902000"/>
            <a:chExt cx="1250671" cy="1250671"/>
          </a:xfrm>
        </p:grpSpPr>
        <p:sp>
          <p:nvSpPr>
            <p:cNvPr id="60" name="Oval 59"/>
            <p:cNvSpPr/>
            <p:nvPr>
              <p:custDataLst>
                <p:tags r:id="rId40"/>
              </p:custDataLst>
            </p:nvPr>
          </p:nvSpPr>
          <p:spPr>
            <a:xfrm>
              <a:off x="899591" y="1902000"/>
              <a:ext cx="1250671" cy="1250671"/>
            </a:xfrm>
            <a:prstGeom prst="ellipse">
              <a:avLst/>
            </a:prstGeom>
            <a:solidFill>
              <a:schemeClr val="accent4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1" name="Oval 60"/>
            <p:cNvSpPr/>
            <p:nvPr>
              <p:custDataLst>
                <p:tags r:id="rId41"/>
              </p:custDataLst>
            </p:nvPr>
          </p:nvSpPr>
          <p:spPr>
            <a:xfrm>
              <a:off x="1016229" y="2018638"/>
              <a:ext cx="1017395" cy="101739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62" name="TextBox 61"/>
          <p:cNvSpPr txBox="1"/>
          <p:nvPr>
            <p:custDataLst>
              <p:tags r:id="rId35"/>
            </p:custDataLst>
          </p:nvPr>
        </p:nvSpPr>
        <p:spPr>
          <a:xfrm>
            <a:off x="6338152" y="4453760"/>
            <a:ext cx="1044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2023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charset="0"/>
            </a:endParaRPr>
          </a:p>
        </p:txBody>
      </p:sp>
      <p:sp>
        <p:nvSpPr>
          <p:cNvPr id="63" name="Oval 62"/>
          <p:cNvSpPr/>
          <p:nvPr>
            <p:custDataLst>
              <p:tags r:id="rId36"/>
            </p:custDataLst>
          </p:nvPr>
        </p:nvSpPr>
        <p:spPr>
          <a:xfrm>
            <a:off x="6944011" y="4063974"/>
            <a:ext cx="438785" cy="4356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pic>
        <p:nvPicPr>
          <p:cNvPr id="64" name="Picture 63" descr="images-removebg-preview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7042436" y="3976979"/>
            <a:ext cx="351155" cy="430530"/>
          </a:xfrm>
          <a:prstGeom prst="rect">
            <a:avLst/>
          </a:prstGeom>
        </p:spPr>
      </p:pic>
      <p:sp>
        <p:nvSpPr>
          <p:cNvPr id="65" name="Rounded Rectangle 11"/>
          <p:cNvSpPr/>
          <p:nvPr>
            <p:custDataLst>
              <p:tags r:id="rId38"/>
            </p:custDataLst>
          </p:nvPr>
        </p:nvSpPr>
        <p:spPr>
          <a:xfrm>
            <a:off x="7683470" y="4063974"/>
            <a:ext cx="4396477" cy="947520"/>
          </a:xfrm>
          <a:custGeom>
            <a:avLst/>
            <a:gdLst/>
            <a:ahLst/>
            <a:cxnLst/>
            <a:rect l="l" t="t" r="r" b="b"/>
            <a:pathLst>
              <a:path w="4320480" h="1296000">
                <a:moveTo>
                  <a:pt x="291768" y="0"/>
                </a:moveTo>
                <a:lnTo>
                  <a:pt x="4028712" y="0"/>
                </a:lnTo>
                <a:cubicBezTo>
                  <a:pt x="4189851" y="0"/>
                  <a:pt x="4320480" y="130629"/>
                  <a:pt x="4320480" y="291768"/>
                </a:cubicBezTo>
                <a:lnTo>
                  <a:pt x="4320480" y="1004232"/>
                </a:lnTo>
                <a:cubicBezTo>
                  <a:pt x="4320480" y="1165371"/>
                  <a:pt x="4189851" y="1296000"/>
                  <a:pt x="4028712" y="1296000"/>
                </a:cubicBezTo>
                <a:lnTo>
                  <a:pt x="291768" y="1296000"/>
                </a:lnTo>
                <a:cubicBezTo>
                  <a:pt x="130629" y="1296000"/>
                  <a:pt x="0" y="1165371"/>
                  <a:pt x="0" y="1004232"/>
                </a:cubicBezTo>
                <a:lnTo>
                  <a:pt x="0" y="769158"/>
                </a:lnTo>
                <a:lnTo>
                  <a:pt x="401179" y="769158"/>
                </a:lnTo>
                <a:lnTo>
                  <a:pt x="401179" y="890316"/>
                </a:lnTo>
                <a:lnTo>
                  <a:pt x="643495" y="648000"/>
                </a:lnTo>
                <a:lnTo>
                  <a:pt x="401179" y="405684"/>
                </a:lnTo>
                <a:lnTo>
                  <a:pt x="401179" y="526842"/>
                </a:lnTo>
                <a:lnTo>
                  <a:pt x="0" y="526842"/>
                </a:lnTo>
                <a:lnTo>
                  <a:pt x="0" y="291768"/>
                </a:lnTo>
                <a:cubicBezTo>
                  <a:pt x="0" y="130629"/>
                  <a:pt x="130629" y="0"/>
                  <a:pt x="29176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200" dirty="0"/>
          </a:p>
        </p:txBody>
      </p:sp>
      <p:sp>
        <p:nvSpPr>
          <p:cNvPr id="66" name="TextBox 65"/>
          <p:cNvSpPr txBox="1"/>
          <p:nvPr>
            <p:custDataLst>
              <p:tags r:id="rId39"/>
            </p:custDataLst>
          </p:nvPr>
        </p:nvSpPr>
        <p:spPr>
          <a:xfrm>
            <a:off x="8358442" y="4352181"/>
            <a:ext cx="3319780" cy="3065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ko-KR" b="1" dirty="0" smtClean="0">
                <a:solidFill>
                  <a:schemeClr val="bg1"/>
                </a:solidFill>
                <a:cs typeface="Arial" panose="020B0604020202020204" pitchFamily="34" charset="0"/>
              </a:rPr>
              <a:t>Flutter 3.2.9 on going</a:t>
            </a:r>
            <a:endParaRPr lang="en-US" altLang="ko-KR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7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Dart Basics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A9C05C-023A-4BC6-8CE0-B5152E4018D5}"/>
              </a:ext>
            </a:extLst>
          </p:cNvPr>
          <p:cNvGrpSpPr/>
          <p:nvPr/>
        </p:nvGrpSpPr>
        <p:grpSpPr>
          <a:xfrm>
            <a:off x="649867" y="1175657"/>
            <a:ext cx="10892266" cy="5080634"/>
            <a:chOff x="573067" y="1117600"/>
            <a:chExt cx="10892266" cy="50806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4AE5D1-2FFD-4A28-8932-8261853D172B}"/>
                </a:ext>
              </a:extLst>
            </p:cNvPr>
            <p:cNvGrpSpPr/>
            <p:nvPr/>
          </p:nvGrpSpPr>
          <p:grpSpPr>
            <a:xfrm>
              <a:off x="573067" y="1117600"/>
              <a:ext cx="10892266" cy="5080634"/>
              <a:chOff x="2207130" y="1314298"/>
              <a:chExt cx="7816233" cy="3645837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84453F7E-27CB-400D-989F-AD54A5AC58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07789" y="2556557"/>
                <a:ext cx="2583110" cy="1129625"/>
              </a:xfrm>
              <a:custGeom>
                <a:avLst/>
                <a:gdLst>
                  <a:gd name="connsiteX0" fmla="*/ 0 w 2357954"/>
                  <a:gd name="connsiteY0" fmla="*/ 0 h 1129624"/>
                  <a:gd name="connsiteX1" fmla="*/ 2363658 w 2357954"/>
                  <a:gd name="connsiteY1" fmla="*/ 0 h 1129624"/>
                  <a:gd name="connsiteX2" fmla="*/ 2363658 w 2357954"/>
                  <a:gd name="connsiteY2" fmla="*/ 1137083 h 1129624"/>
                  <a:gd name="connsiteX3" fmla="*/ 0 w 2357954"/>
                  <a:gd name="connsiteY3" fmla="*/ 1137083 h 1129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7954" h="1129624">
                    <a:moveTo>
                      <a:pt x="0" y="0"/>
                    </a:moveTo>
                    <a:lnTo>
                      <a:pt x="2363658" y="0"/>
                    </a:lnTo>
                    <a:lnTo>
                      <a:pt x="2363658" y="1137083"/>
                    </a:lnTo>
                    <a:lnTo>
                      <a:pt x="0" y="1137083"/>
                    </a:lnTo>
                    <a:close/>
                  </a:path>
                </a:pathLst>
              </a:custGeom>
              <a:ln/>
            </p:spPr>
          </p:pic>
          <p:sp>
            <p:nvSpPr>
              <p:cNvPr id="45" name="Freeform: Shape 90">
                <a:extLst>
                  <a:ext uri="{FF2B5EF4-FFF2-40B4-BE49-F238E27FC236}">
                    <a16:creationId xmlns:a16="http://schemas.microsoft.com/office/drawing/2014/main" id="{29A974CD-11D4-4BFE-9EB7-840FB4F728CF}"/>
                  </a:ext>
                </a:extLst>
              </p:cNvPr>
              <p:cNvSpPr/>
              <p:nvPr/>
            </p:nvSpPr>
            <p:spPr>
              <a:xfrm>
                <a:off x="2207130" y="2646817"/>
                <a:ext cx="2309714" cy="800608"/>
              </a:xfrm>
              <a:custGeom>
                <a:avLst/>
                <a:gdLst>
                  <a:gd name="connsiteX0" fmla="*/ 402388 w 2028937"/>
                  <a:gd name="connsiteY0" fmla="*/ 804885 h 800607"/>
                  <a:gd name="connsiteX1" fmla="*/ 2026416 w 2028937"/>
                  <a:gd name="connsiteY1" fmla="*/ 804885 h 800607"/>
                  <a:gd name="connsiteX2" fmla="*/ 2032667 w 2028937"/>
                  <a:gd name="connsiteY2" fmla="*/ 0 h 800607"/>
                  <a:gd name="connsiteX3" fmla="*/ 402388 w 2028937"/>
                  <a:gd name="connsiteY3" fmla="*/ 0 h 800607"/>
                  <a:gd name="connsiteX4" fmla="*/ 0 w 2028937"/>
                  <a:gd name="connsiteY4" fmla="*/ 402498 h 800607"/>
                  <a:gd name="connsiteX5" fmla="*/ 0 w 2028937"/>
                  <a:gd name="connsiteY5" fmla="*/ 402498 h 800607"/>
                  <a:gd name="connsiteX6" fmla="*/ 402388 w 2028937"/>
                  <a:gd name="connsiteY6" fmla="*/ 804885 h 800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8937" h="800607">
                    <a:moveTo>
                      <a:pt x="402388" y="804885"/>
                    </a:moveTo>
                    <a:lnTo>
                      <a:pt x="2026416" y="804885"/>
                    </a:lnTo>
                    <a:lnTo>
                      <a:pt x="2032667" y="0"/>
                    </a:lnTo>
                    <a:lnTo>
                      <a:pt x="402388" y="0"/>
                    </a:lnTo>
                    <a:cubicBezTo>
                      <a:pt x="180138" y="66"/>
                      <a:pt x="0" y="180247"/>
                      <a:pt x="0" y="402498"/>
                    </a:cubicBezTo>
                    <a:lnTo>
                      <a:pt x="0" y="402498"/>
                    </a:lnTo>
                    <a:cubicBezTo>
                      <a:pt x="0" y="624727"/>
                      <a:pt x="180155" y="804885"/>
                      <a:pt x="402388" y="8048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91">
                <a:extLst>
                  <a:ext uri="{FF2B5EF4-FFF2-40B4-BE49-F238E27FC236}">
                    <a16:creationId xmlns:a16="http://schemas.microsoft.com/office/drawing/2014/main" id="{7DBD902B-8887-4DFA-A3ED-9B2FAEFD27E3}"/>
                  </a:ext>
                </a:extLst>
              </p:cNvPr>
              <p:cNvSpPr/>
              <p:nvPr/>
            </p:nvSpPr>
            <p:spPr>
              <a:xfrm>
                <a:off x="4782997" y="2476935"/>
                <a:ext cx="1316068" cy="1316068"/>
              </a:xfrm>
              <a:custGeom>
                <a:avLst/>
                <a:gdLst>
                  <a:gd name="connsiteX0" fmla="*/ 176468 w 1316067"/>
                  <a:gd name="connsiteY0" fmla="*/ 0 h 1316067"/>
                  <a:gd name="connsiteX1" fmla="*/ 176468 w 1316067"/>
                  <a:gd name="connsiteY1" fmla="*/ 1318590 h 1316067"/>
                  <a:gd name="connsiteX2" fmla="*/ 1318486 w 1316067"/>
                  <a:gd name="connsiteY2" fmla="*/ 659240 h 1316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16067" h="1316067">
                    <a:moveTo>
                      <a:pt x="176468" y="0"/>
                    </a:moveTo>
                    <a:cubicBezTo>
                      <a:pt x="-58823" y="408036"/>
                      <a:pt x="-58823" y="910554"/>
                      <a:pt x="176468" y="1318590"/>
                    </a:cubicBezTo>
                    <a:lnTo>
                      <a:pt x="1318486" y="659240"/>
                    </a:lnTo>
                    <a:close/>
                  </a:path>
                </a:pathLst>
              </a:custGeom>
              <a:solidFill>
                <a:schemeClr val="accent6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92">
                <a:extLst>
                  <a:ext uri="{FF2B5EF4-FFF2-40B4-BE49-F238E27FC236}">
                    <a16:creationId xmlns:a16="http://schemas.microsoft.com/office/drawing/2014/main" id="{288C2F24-66D0-436C-828C-5B965E11C6DC}"/>
                  </a:ext>
                </a:extLst>
              </p:cNvPr>
              <p:cNvSpPr/>
              <p:nvPr/>
            </p:nvSpPr>
            <p:spPr>
              <a:xfrm>
                <a:off x="4011562" y="2580435"/>
                <a:ext cx="1085756" cy="1085756"/>
              </a:xfrm>
              <a:custGeom>
                <a:avLst/>
                <a:gdLst>
                  <a:gd name="connsiteX0" fmla="*/ 1014233 w 1085755"/>
                  <a:gd name="connsiteY0" fmla="*/ 471348 h 1085755"/>
                  <a:gd name="connsiteX1" fmla="*/ 614422 w 1085755"/>
                  <a:gd name="connsiteY1" fmla="*/ 1014233 h 1085755"/>
                  <a:gd name="connsiteX2" fmla="*/ 71537 w 1085755"/>
                  <a:gd name="connsiteY2" fmla="*/ 614422 h 1085755"/>
                  <a:gd name="connsiteX3" fmla="*/ 471348 w 1085755"/>
                  <a:gd name="connsiteY3" fmla="*/ 71537 h 1085755"/>
                  <a:gd name="connsiteX4" fmla="*/ 1014233 w 1085755"/>
                  <a:gd name="connsiteY4" fmla="*/ 471348 h 1085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5755" h="1085755">
                    <a:moveTo>
                      <a:pt x="1014233" y="471348"/>
                    </a:moveTo>
                    <a:cubicBezTo>
                      <a:pt x="1053742" y="731666"/>
                      <a:pt x="874740" y="974724"/>
                      <a:pt x="614422" y="1014233"/>
                    </a:cubicBezTo>
                    <a:cubicBezTo>
                      <a:pt x="354104" y="1053742"/>
                      <a:pt x="111046" y="874740"/>
                      <a:pt x="71537" y="614422"/>
                    </a:cubicBezTo>
                    <a:cubicBezTo>
                      <a:pt x="32028" y="354104"/>
                      <a:pt x="211030" y="111046"/>
                      <a:pt x="471348" y="71537"/>
                    </a:cubicBezTo>
                    <a:cubicBezTo>
                      <a:pt x="731666" y="32028"/>
                      <a:pt x="974724" y="211030"/>
                      <a:pt x="1014233" y="471348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93">
                <a:extLst>
                  <a:ext uri="{FF2B5EF4-FFF2-40B4-BE49-F238E27FC236}">
                    <a16:creationId xmlns:a16="http://schemas.microsoft.com/office/drawing/2014/main" id="{3549D52A-9EF5-4ADE-994A-13DD473759FD}"/>
                  </a:ext>
                </a:extLst>
              </p:cNvPr>
              <p:cNvSpPr/>
              <p:nvPr/>
            </p:nvSpPr>
            <p:spPr>
              <a:xfrm>
                <a:off x="4653331" y="2755808"/>
                <a:ext cx="734805" cy="734805"/>
              </a:xfrm>
              <a:custGeom>
                <a:avLst/>
                <a:gdLst>
                  <a:gd name="connsiteX0" fmla="*/ 670717 w 734804"/>
                  <a:gd name="connsiteY0" fmla="*/ 299269 h 734804"/>
                  <a:gd name="connsiteX1" fmla="*/ 443628 w 734804"/>
                  <a:gd name="connsiteY1" fmla="*/ 670717 h 734804"/>
                  <a:gd name="connsiteX2" fmla="*/ 72179 w 734804"/>
                  <a:gd name="connsiteY2" fmla="*/ 443628 h 734804"/>
                  <a:gd name="connsiteX3" fmla="*/ 299269 w 734804"/>
                  <a:gd name="connsiteY3" fmla="*/ 72179 h 734804"/>
                  <a:gd name="connsiteX4" fmla="*/ 670717 w 734804"/>
                  <a:gd name="connsiteY4" fmla="*/ 299269 h 73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4804" h="734804">
                    <a:moveTo>
                      <a:pt x="670717" y="299269"/>
                    </a:moveTo>
                    <a:cubicBezTo>
                      <a:pt x="710581" y="464551"/>
                      <a:pt x="608910" y="630854"/>
                      <a:pt x="443628" y="670717"/>
                    </a:cubicBezTo>
                    <a:cubicBezTo>
                      <a:pt x="278346" y="710581"/>
                      <a:pt x="112043" y="608910"/>
                      <a:pt x="72179" y="443628"/>
                    </a:cubicBezTo>
                    <a:cubicBezTo>
                      <a:pt x="32316" y="278346"/>
                      <a:pt x="133987" y="112043"/>
                      <a:pt x="299269" y="72179"/>
                    </a:cubicBezTo>
                    <a:cubicBezTo>
                      <a:pt x="464551" y="32316"/>
                      <a:pt x="630854" y="133987"/>
                      <a:pt x="670717" y="2992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94">
                <a:extLst>
                  <a:ext uri="{FF2B5EF4-FFF2-40B4-BE49-F238E27FC236}">
                    <a16:creationId xmlns:a16="http://schemas.microsoft.com/office/drawing/2014/main" id="{86EF685D-0DF9-4C54-AF05-2050891E7AE7}"/>
                  </a:ext>
                </a:extLst>
              </p:cNvPr>
              <p:cNvSpPr/>
              <p:nvPr/>
            </p:nvSpPr>
            <p:spPr>
              <a:xfrm>
                <a:off x="4866519" y="2969016"/>
                <a:ext cx="307082" cy="307082"/>
              </a:xfrm>
              <a:custGeom>
                <a:avLst/>
                <a:gdLst>
                  <a:gd name="connsiteX0" fmla="*/ 172820 w 307082"/>
                  <a:gd name="connsiteY0" fmla="*/ 14443 h 307082"/>
                  <a:gd name="connsiteX1" fmla="*/ 302313 w 307082"/>
                  <a:gd name="connsiteY1" fmla="*/ 172820 h 307082"/>
                  <a:gd name="connsiteX2" fmla="*/ 143935 w 307082"/>
                  <a:gd name="connsiteY2" fmla="*/ 302313 h 307082"/>
                  <a:gd name="connsiteX3" fmla="*/ 14443 w 307082"/>
                  <a:gd name="connsiteY3" fmla="*/ 143935 h 307082"/>
                  <a:gd name="connsiteX4" fmla="*/ 172820 w 307082"/>
                  <a:gd name="connsiteY4" fmla="*/ 14443 h 307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7082" h="307082">
                    <a:moveTo>
                      <a:pt x="172820" y="14443"/>
                    </a:moveTo>
                    <a:cubicBezTo>
                      <a:pt x="252314" y="22419"/>
                      <a:pt x="310289" y="93327"/>
                      <a:pt x="302313" y="172820"/>
                    </a:cubicBezTo>
                    <a:cubicBezTo>
                      <a:pt x="294336" y="252313"/>
                      <a:pt x="223428" y="310289"/>
                      <a:pt x="143935" y="302313"/>
                    </a:cubicBezTo>
                    <a:cubicBezTo>
                      <a:pt x="64442" y="294336"/>
                      <a:pt x="6466" y="223428"/>
                      <a:pt x="14443" y="143935"/>
                    </a:cubicBezTo>
                    <a:cubicBezTo>
                      <a:pt x="22419" y="64442"/>
                      <a:pt x="93327" y="6466"/>
                      <a:pt x="172820" y="14443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95">
                <a:extLst>
                  <a:ext uri="{FF2B5EF4-FFF2-40B4-BE49-F238E27FC236}">
                    <a16:creationId xmlns:a16="http://schemas.microsoft.com/office/drawing/2014/main" id="{70DEE6D0-4988-46F3-A0ED-61154941EE02}"/>
                  </a:ext>
                </a:extLst>
              </p:cNvPr>
              <p:cNvSpPr/>
              <p:nvPr/>
            </p:nvSpPr>
            <p:spPr>
              <a:xfrm>
                <a:off x="4232241" y="2798604"/>
                <a:ext cx="789641" cy="647067"/>
              </a:xfrm>
              <a:custGeom>
                <a:avLst/>
                <a:gdLst>
                  <a:gd name="connsiteX0" fmla="*/ 559974 w 789640"/>
                  <a:gd name="connsiteY0" fmla="*/ 96073 h 647066"/>
                  <a:gd name="connsiteX1" fmla="*/ 791931 w 789640"/>
                  <a:gd name="connsiteY1" fmla="*/ 328030 h 647066"/>
                  <a:gd name="connsiteX2" fmla="*/ 559974 w 789640"/>
                  <a:gd name="connsiteY2" fmla="*/ 559987 h 647066"/>
                  <a:gd name="connsiteX3" fmla="*/ 96072 w 789640"/>
                  <a:gd name="connsiteY3" fmla="*/ 559976 h 647066"/>
                  <a:gd name="connsiteX4" fmla="*/ 96083 w 789640"/>
                  <a:gd name="connsiteY4" fmla="*/ 96073 h 647066"/>
                  <a:gd name="connsiteX5" fmla="*/ 559974 w 789640"/>
                  <a:gd name="connsiteY5" fmla="*/ 96073 h 647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9640" h="647066">
                    <a:moveTo>
                      <a:pt x="559974" y="96073"/>
                    </a:moveTo>
                    <a:lnTo>
                      <a:pt x="791931" y="328030"/>
                    </a:lnTo>
                    <a:lnTo>
                      <a:pt x="559974" y="559987"/>
                    </a:lnTo>
                    <a:cubicBezTo>
                      <a:pt x="431866" y="688084"/>
                      <a:pt x="224169" y="688084"/>
                      <a:pt x="96072" y="559976"/>
                    </a:cubicBezTo>
                    <a:cubicBezTo>
                      <a:pt x="-32026" y="431868"/>
                      <a:pt x="-32026" y="224170"/>
                      <a:pt x="96083" y="96073"/>
                    </a:cubicBezTo>
                    <a:cubicBezTo>
                      <a:pt x="224180" y="-32024"/>
                      <a:pt x="431866" y="-32024"/>
                      <a:pt x="559974" y="960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96">
                <a:extLst>
                  <a:ext uri="{FF2B5EF4-FFF2-40B4-BE49-F238E27FC236}">
                    <a16:creationId xmlns:a16="http://schemas.microsoft.com/office/drawing/2014/main" id="{7CCDB8AE-A0D1-4EFA-9F6D-27203006FBAB}"/>
                  </a:ext>
                </a:extLst>
              </p:cNvPr>
              <p:cNvSpPr/>
              <p:nvPr/>
            </p:nvSpPr>
            <p:spPr>
              <a:xfrm>
                <a:off x="4365809" y="2927468"/>
                <a:ext cx="383853" cy="383853"/>
              </a:xfrm>
              <a:custGeom>
                <a:avLst/>
                <a:gdLst>
                  <a:gd name="connsiteX0" fmla="*/ 394162 w 383853"/>
                  <a:gd name="connsiteY0" fmla="*/ 197081 h 383853"/>
                  <a:gd name="connsiteX1" fmla="*/ 197081 w 383853"/>
                  <a:gd name="connsiteY1" fmla="*/ 394162 h 383853"/>
                  <a:gd name="connsiteX2" fmla="*/ 0 w 383853"/>
                  <a:gd name="connsiteY2" fmla="*/ 197081 h 383853"/>
                  <a:gd name="connsiteX3" fmla="*/ 197081 w 383853"/>
                  <a:gd name="connsiteY3" fmla="*/ 0 h 383853"/>
                  <a:gd name="connsiteX4" fmla="*/ 394162 w 383853"/>
                  <a:gd name="connsiteY4" fmla="*/ 197081 h 38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3853" h="383853">
                    <a:moveTo>
                      <a:pt x="394162" y="197081"/>
                    </a:moveTo>
                    <a:cubicBezTo>
                      <a:pt x="394162" y="305926"/>
                      <a:pt x="305926" y="394162"/>
                      <a:pt x="197081" y="394162"/>
                    </a:cubicBezTo>
                    <a:cubicBezTo>
                      <a:pt x="88236" y="394162"/>
                      <a:pt x="0" y="305926"/>
                      <a:pt x="0" y="197081"/>
                    </a:cubicBezTo>
                    <a:cubicBezTo>
                      <a:pt x="0" y="88236"/>
                      <a:pt x="88236" y="0"/>
                      <a:pt x="197081" y="0"/>
                    </a:cubicBezTo>
                    <a:cubicBezTo>
                      <a:pt x="305926" y="0"/>
                      <a:pt x="394162" y="88236"/>
                      <a:pt x="394162" y="19708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D981623D-E966-4438-895E-B4D0E1832E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8455" y="3830510"/>
                <a:ext cx="2583110" cy="1129625"/>
              </a:xfrm>
              <a:custGeom>
                <a:avLst/>
                <a:gdLst>
                  <a:gd name="connsiteX0" fmla="*/ 0 w 2357954"/>
                  <a:gd name="connsiteY0" fmla="*/ 0 h 1129624"/>
                  <a:gd name="connsiteX1" fmla="*/ 2363658 w 2357954"/>
                  <a:gd name="connsiteY1" fmla="*/ 0 h 1129624"/>
                  <a:gd name="connsiteX2" fmla="*/ 2363658 w 2357954"/>
                  <a:gd name="connsiteY2" fmla="*/ 1137083 h 1129624"/>
                  <a:gd name="connsiteX3" fmla="*/ 0 w 2357954"/>
                  <a:gd name="connsiteY3" fmla="*/ 1137083 h 1129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7954" h="1129624">
                    <a:moveTo>
                      <a:pt x="0" y="0"/>
                    </a:moveTo>
                    <a:lnTo>
                      <a:pt x="2363658" y="0"/>
                    </a:lnTo>
                    <a:lnTo>
                      <a:pt x="2363658" y="1137083"/>
                    </a:lnTo>
                    <a:lnTo>
                      <a:pt x="0" y="1137083"/>
                    </a:lnTo>
                    <a:close/>
                  </a:path>
                </a:pathLst>
              </a:custGeom>
              <a:ln/>
            </p:spPr>
          </p:pic>
          <p:sp>
            <p:nvSpPr>
              <p:cNvPr id="53" name="Freeform: Shape 98">
                <a:extLst>
                  <a:ext uri="{FF2B5EF4-FFF2-40B4-BE49-F238E27FC236}">
                    <a16:creationId xmlns:a16="http://schemas.microsoft.com/office/drawing/2014/main" id="{8D10727F-DE85-4BCD-824B-7C6C34386518}"/>
                  </a:ext>
                </a:extLst>
              </p:cNvPr>
              <p:cNvSpPr/>
              <p:nvPr/>
            </p:nvSpPr>
            <p:spPr>
              <a:xfrm>
                <a:off x="2868455" y="3919016"/>
                <a:ext cx="2309714" cy="800608"/>
              </a:xfrm>
              <a:custGeom>
                <a:avLst/>
                <a:gdLst>
                  <a:gd name="connsiteX0" fmla="*/ 402497 w 2028937"/>
                  <a:gd name="connsiteY0" fmla="*/ 804885 h 800607"/>
                  <a:gd name="connsiteX1" fmla="*/ 2026525 w 2028937"/>
                  <a:gd name="connsiteY1" fmla="*/ 804885 h 800607"/>
                  <a:gd name="connsiteX2" fmla="*/ 2032667 w 2028937"/>
                  <a:gd name="connsiteY2" fmla="*/ 0 h 800607"/>
                  <a:gd name="connsiteX3" fmla="*/ 402497 w 2028937"/>
                  <a:gd name="connsiteY3" fmla="*/ 0 h 800607"/>
                  <a:gd name="connsiteX4" fmla="*/ 0 w 2028937"/>
                  <a:gd name="connsiteY4" fmla="*/ 402388 h 800607"/>
                  <a:gd name="connsiteX5" fmla="*/ 0 w 2028937"/>
                  <a:gd name="connsiteY5" fmla="*/ 402388 h 800607"/>
                  <a:gd name="connsiteX6" fmla="*/ 402497 w 2028937"/>
                  <a:gd name="connsiteY6" fmla="*/ 804885 h 800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8937" h="800607">
                    <a:moveTo>
                      <a:pt x="402497" y="804885"/>
                    </a:moveTo>
                    <a:lnTo>
                      <a:pt x="2026525" y="804885"/>
                    </a:lnTo>
                    <a:lnTo>
                      <a:pt x="2032667" y="0"/>
                    </a:lnTo>
                    <a:lnTo>
                      <a:pt x="402497" y="0"/>
                    </a:lnTo>
                    <a:cubicBezTo>
                      <a:pt x="180246" y="0"/>
                      <a:pt x="66" y="180137"/>
                      <a:pt x="0" y="402388"/>
                    </a:cubicBezTo>
                    <a:lnTo>
                      <a:pt x="0" y="402388"/>
                    </a:lnTo>
                    <a:cubicBezTo>
                      <a:pt x="0" y="624683"/>
                      <a:pt x="180203" y="804885"/>
                      <a:pt x="402497" y="8048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102">
                <a:extLst>
                  <a:ext uri="{FF2B5EF4-FFF2-40B4-BE49-F238E27FC236}">
                    <a16:creationId xmlns:a16="http://schemas.microsoft.com/office/drawing/2014/main" id="{C63CEAB5-6A3D-4DDC-9B45-66C20C8E7E5A}"/>
                  </a:ext>
                </a:extLst>
              </p:cNvPr>
              <p:cNvSpPr/>
              <p:nvPr/>
            </p:nvSpPr>
            <p:spPr>
              <a:xfrm>
                <a:off x="4688829" y="3869407"/>
                <a:ext cx="1052854" cy="1052854"/>
              </a:xfrm>
              <a:custGeom>
                <a:avLst/>
                <a:gdLst>
                  <a:gd name="connsiteX0" fmla="*/ 1000499 w 1052854"/>
                  <a:gd name="connsiteY0" fmla="*/ 473802 h 1052854"/>
                  <a:gd name="connsiteX1" fmla="*/ 579591 w 1052854"/>
                  <a:gd name="connsiteY1" fmla="*/ 1000499 h 1052854"/>
                  <a:gd name="connsiteX2" fmla="*/ 52894 w 1052854"/>
                  <a:gd name="connsiteY2" fmla="*/ 579591 h 1052854"/>
                  <a:gd name="connsiteX3" fmla="*/ 473802 w 1052854"/>
                  <a:gd name="connsiteY3" fmla="*/ 52894 h 1052854"/>
                  <a:gd name="connsiteX4" fmla="*/ 1000499 w 1052854"/>
                  <a:gd name="connsiteY4" fmla="*/ 473802 h 1052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2854" h="1052854">
                    <a:moveTo>
                      <a:pt x="1000499" y="473802"/>
                    </a:moveTo>
                    <a:cubicBezTo>
                      <a:pt x="1029711" y="735476"/>
                      <a:pt x="841265" y="971286"/>
                      <a:pt x="579591" y="1000499"/>
                    </a:cubicBezTo>
                    <a:cubicBezTo>
                      <a:pt x="317917" y="1029712"/>
                      <a:pt x="82107" y="841265"/>
                      <a:pt x="52894" y="579591"/>
                    </a:cubicBezTo>
                    <a:cubicBezTo>
                      <a:pt x="23682" y="317917"/>
                      <a:pt x="212128" y="82107"/>
                      <a:pt x="473802" y="52894"/>
                    </a:cubicBezTo>
                    <a:cubicBezTo>
                      <a:pt x="735476" y="23682"/>
                      <a:pt x="971286" y="212128"/>
                      <a:pt x="1000499" y="473802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103">
                <a:extLst>
                  <a:ext uri="{FF2B5EF4-FFF2-40B4-BE49-F238E27FC236}">
                    <a16:creationId xmlns:a16="http://schemas.microsoft.com/office/drawing/2014/main" id="{69AB63C0-4F07-4D4A-9E40-573CCA71D85D}"/>
                  </a:ext>
                </a:extLst>
              </p:cNvPr>
              <p:cNvSpPr/>
              <p:nvPr/>
            </p:nvSpPr>
            <p:spPr>
              <a:xfrm>
                <a:off x="4959466" y="3136175"/>
                <a:ext cx="1140592" cy="1316068"/>
              </a:xfrm>
              <a:custGeom>
                <a:avLst/>
                <a:gdLst>
                  <a:gd name="connsiteX0" fmla="*/ 0 w 1140592"/>
                  <a:gd name="connsiteY0" fmla="*/ 659350 h 1316067"/>
                  <a:gd name="connsiteX1" fmla="*/ 1142018 w 1140592"/>
                  <a:gd name="connsiteY1" fmla="*/ 1318481 h 1316067"/>
                  <a:gd name="connsiteX2" fmla="*/ 1142018 w 1140592"/>
                  <a:gd name="connsiteY2" fmla="*/ 0 h 1316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40592" h="1316067">
                    <a:moveTo>
                      <a:pt x="0" y="659350"/>
                    </a:moveTo>
                    <a:cubicBezTo>
                      <a:pt x="235499" y="1067386"/>
                      <a:pt x="670899" y="1318678"/>
                      <a:pt x="1142018" y="1318481"/>
                    </a:cubicBezTo>
                    <a:lnTo>
                      <a:pt x="1142018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104">
                <a:extLst>
                  <a:ext uri="{FF2B5EF4-FFF2-40B4-BE49-F238E27FC236}">
                    <a16:creationId xmlns:a16="http://schemas.microsoft.com/office/drawing/2014/main" id="{CD22805D-CB75-47B6-9816-C81406F8D558}"/>
                  </a:ext>
                </a:extLst>
              </p:cNvPr>
              <p:cNvSpPr/>
              <p:nvPr/>
            </p:nvSpPr>
            <p:spPr>
              <a:xfrm>
                <a:off x="5156735" y="3667566"/>
                <a:ext cx="811575" cy="811575"/>
              </a:xfrm>
              <a:custGeom>
                <a:avLst/>
                <a:gdLst>
                  <a:gd name="connsiteX0" fmla="*/ 688206 w 811575"/>
                  <a:gd name="connsiteY0" fmla="*/ 278322 h 811575"/>
                  <a:gd name="connsiteX1" fmla="*/ 541447 w 811575"/>
                  <a:gd name="connsiteY1" fmla="*/ 688207 h 811575"/>
                  <a:gd name="connsiteX2" fmla="*/ 131562 w 811575"/>
                  <a:gd name="connsiteY2" fmla="*/ 541447 h 811575"/>
                  <a:gd name="connsiteX3" fmla="*/ 278322 w 811575"/>
                  <a:gd name="connsiteY3" fmla="*/ 131562 h 811575"/>
                  <a:gd name="connsiteX4" fmla="*/ 688206 w 811575"/>
                  <a:gd name="connsiteY4" fmla="*/ 278322 h 811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1575" h="811575">
                    <a:moveTo>
                      <a:pt x="688206" y="278322"/>
                    </a:moveTo>
                    <a:cubicBezTo>
                      <a:pt x="760866" y="432035"/>
                      <a:pt x="695160" y="615547"/>
                      <a:pt x="541447" y="688207"/>
                    </a:cubicBezTo>
                    <a:cubicBezTo>
                      <a:pt x="387734" y="760866"/>
                      <a:pt x="204222" y="695160"/>
                      <a:pt x="131562" y="541447"/>
                    </a:cubicBezTo>
                    <a:cubicBezTo>
                      <a:pt x="58902" y="387734"/>
                      <a:pt x="124609" y="204222"/>
                      <a:pt x="278322" y="131562"/>
                    </a:cubicBezTo>
                    <a:cubicBezTo>
                      <a:pt x="432035" y="58902"/>
                      <a:pt x="615547" y="124609"/>
                      <a:pt x="688206" y="2783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105">
                <a:extLst>
                  <a:ext uri="{FF2B5EF4-FFF2-40B4-BE49-F238E27FC236}">
                    <a16:creationId xmlns:a16="http://schemas.microsoft.com/office/drawing/2014/main" id="{5394F444-295C-4B18-A14B-AC021AE4C86F}"/>
                  </a:ext>
                </a:extLst>
              </p:cNvPr>
              <p:cNvSpPr/>
              <p:nvPr/>
            </p:nvSpPr>
            <p:spPr>
              <a:xfrm>
                <a:off x="5422119" y="3932581"/>
                <a:ext cx="285148" cy="285148"/>
              </a:xfrm>
              <a:custGeom>
                <a:avLst/>
                <a:gdLst>
                  <a:gd name="connsiteX0" fmla="*/ 72328 w 285148"/>
                  <a:gd name="connsiteY0" fmla="*/ 19446 h 285148"/>
                  <a:gd name="connsiteX1" fmla="*/ 269958 w 285148"/>
                  <a:gd name="connsiteY1" fmla="*/ 72286 h 285148"/>
                  <a:gd name="connsiteX2" fmla="*/ 217118 w 285148"/>
                  <a:gd name="connsiteY2" fmla="*/ 269927 h 285148"/>
                  <a:gd name="connsiteX3" fmla="*/ 19488 w 285148"/>
                  <a:gd name="connsiteY3" fmla="*/ 217075 h 285148"/>
                  <a:gd name="connsiteX4" fmla="*/ 19357 w 285148"/>
                  <a:gd name="connsiteY4" fmla="*/ 216856 h 285148"/>
                  <a:gd name="connsiteX5" fmla="*/ 72328 w 285148"/>
                  <a:gd name="connsiteY5" fmla="*/ 19446 h 285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148" h="285148">
                    <a:moveTo>
                      <a:pt x="72328" y="19446"/>
                    </a:moveTo>
                    <a:cubicBezTo>
                      <a:pt x="141499" y="-20540"/>
                      <a:pt x="229982" y="3116"/>
                      <a:pt x="269958" y="72286"/>
                    </a:cubicBezTo>
                    <a:cubicBezTo>
                      <a:pt x="309945" y="141457"/>
                      <a:pt x="286288" y="229940"/>
                      <a:pt x="217118" y="269927"/>
                    </a:cubicBezTo>
                    <a:cubicBezTo>
                      <a:pt x="147958" y="309902"/>
                      <a:pt x="59475" y="286246"/>
                      <a:pt x="19488" y="217075"/>
                    </a:cubicBezTo>
                    <a:cubicBezTo>
                      <a:pt x="19445" y="217010"/>
                      <a:pt x="19401" y="216933"/>
                      <a:pt x="19357" y="216856"/>
                    </a:cubicBezTo>
                    <a:cubicBezTo>
                      <a:pt x="-20520" y="147719"/>
                      <a:pt x="3191" y="59334"/>
                      <a:pt x="72328" y="1944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106">
                <a:extLst>
                  <a:ext uri="{FF2B5EF4-FFF2-40B4-BE49-F238E27FC236}">
                    <a16:creationId xmlns:a16="http://schemas.microsoft.com/office/drawing/2014/main" id="{A8964CB9-7C39-41BF-B1C9-73B66F54FC10}"/>
                  </a:ext>
                </a:extLst>
              </p:cNvPr>
              <p:cNvSpPr/>
              <p:nvPr/>
            </p:nvSpPr>
            <p:spPr>
              <a:xfrm>
                <a:off x="4900901" y="4063235"/>
                <a:ext cx="647067" cy="647067"/>
              </a:xfrm>
              <a:custGeom>
                <a:avLst/>
                <a:gdLst>
                  <a:gd name="connsiteX0" fmla="*/ 328030 w 647066"/>
                  <a:gd name="connsiteY0" fmla="*/ 0 h 647066"/>
                  <a:gd name="connsiteX1" fmla="*/ 656060 w 647066"/>
                  <a:gd name="connsiteY1" fmla="*/ 0 h 647066"/>
                  <a:gd name="connsiteX2" fmla="*/ 656060 w 647066"/>
                  <a:gd name="connsiteY2" fmla="*/ 328030 h 647066"/>
                  <a:gd name="connsiteX3" fmla="*/ 328030 w 647066"/>
                  <a:gd name="connsiteY3" fmla="*/ 656060 h 647066"/>
                  <a:gd name="connsiteX4" fmla="*/ 0 w 647066"/>
                  <a:gd name="connsiteY4" fmla="*/ 328030 h 647066"/>
                  <a:gd name="connsiteX5" fmla="*/ 328030 w 647066"/>
                  <a:gd name="connsiteY5" fmla="*/ 0 h 647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066" h="647066">
                    <a:moveTo>
                      <a:pt x="328030" y="0"/>
                    </a:moveTo>
                    <a:lnTo>
                      <a:pt x="656060" y="0"/>
                    </a:lnTo>
                    <a:lnTo>
                      <a:pt x="656060" y="328030"/>
                    </a:lnTo>
                    <a:cubicBezTo>
                      <a:pt x="656060" y="509198"/>
                      <a:pt x="509198" y="656060"/>
                      <a:pt x="328030" y="656060"/>
                    </a:cubicBezTo>
                    <a:cubicBezTo>
                      <a:pt x="146862" y="656060"/>
                      <a:pt x="0" y="509198"/>
                      <a:pt x="0" y="328030"/>
                    </a:cubicBezTo>
                    <a:cubicBezTo>
                      <a:pt x="0" y="146862"/>
                      <a:pt x="146862" y="0"/>
                      <a:pt x="3280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107">
                <a:extLst>
                  <a:ext uri="{FF2B5EF4-FFF2-40B4-BE49-F238E27FC236}">
                    <a16:creationId xmlns:a16="http://schemas.microsoft.com/office/drawing/2014/main" id="{1F24FDEC-484C-4F45-98C7-B9F190D64446}"/>
                  </a:ext>
                </a:extLst>
              </p:cNvPr>
              <p:cNvSpPr/>
              <p:nvPr/>
            </p:nvSpPr>
            <p:spPr>
              <a:xfrm>
                <a:off x="5030271" y="4188751"/>
                <a:ext cx="394820" cy="394820"/>
              </a:xfrm>
              <a:custGeom>
                <a:avLst/>
                <a:gdLst>
                  <a:gd name="connsiteX0" fmla="*/ 200787 w 394820"/>
                  <a:gd name="connsiteY0" fmla="*/ 1857 h 394820"/>
                  <a:gd name="connsiteX1" fmla="*/ 396002 w 394820"/>
                  <a:gd name="connsiteY1" fmla="*/ 200787 h 394820"/>
                  <a:gd name="connsiteX2" fmla="*/ 197072 w 394820"/>
                  <a:gd name="connsiteY2" fmla="*/ 396002 h 394820"/>
                  <a:gd name="connsiteX3" fmla="*/ 1857 w 394820"/>
                  <a:gd name="connsiteY3" fmla="*/ 197072 h 394820"/>
                  <a:gd name="connsiteX4" fmla="*/ 200787 w 394820"/>
                  <a:gd name="connsiteY4" fmla="*/ 1857 h 394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4820" h="394820">
                    <a:moveTo>
                      <a:pt x="200787" y="1857"/>
                    </a:moveTo>
                    <a:cubicBezTo>
                      <a:pt x="309627" y="2883"/>
                      <a:pt x="397028" y="91947"/>
                      <a:pt x="396002" y="200787"/>
                    </a:cubicBezTo>
                    <a:cubicBezTo>
                      <a:pt x="394977" y="309627"/>
                      <a:pt x="305913" y="397028"/>
                      <a:pt x="197072" y="396002"/>
                    </a:cubicBezTo>
                    <a:cubicBezTo>
                      <a:pt x="88232" y="394976"/>
                      <a:pt x="832" y="305913"/>
                      <a:pt x="1857" y="197072"/>
                    </a:cubicBezTo>
                    <a:cubicBezTo>
                      <a:pt x="2883" y="88232"/>
                      <a:pt x="91947" y="831"/>
                      <a:pt x="200787" y="185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9038C3BD-7A9A-43ED-BCD1-96B6B1CE50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4247" y="1314298"/>
                <a:ext cx="2583110" cy="1129625"/>
              </a:xfrm>
              <a:custGeom>
                <a:avLst/>
                <a:gdLst>
                  <a:gd name="connsiteX0" fmla="*/ 0 w 2357954"/>
                  <a:gd name="connsiteY0" fmla="*/ 0 h 1129624"/>
                  <a:gd name="connsiteX1" fmla="*/ 2363658 w 2357954"/>
                  <a:gd name="connsiteY1" fmla="*/ 0 h 1129624"/>
                  <a:gd name="connsiteX2" fmla="*/ 2363658 w 2357954"/>
                  <a:gd name="connsiteY2" fmla="*/ 1137083 h 1129624"/>
                  <a:gd name="connsiteX3" fmla="*/ 0 w 2357954"/>
                  <a:gd name="connsiteY3" fmla="*/ 1137083 h 1129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7954" h="1129624">
                    <a:moveTo>
                      <a:pt x="0" y="0"/>
                    </a:moveTo>
                    <a:lnTo>
                      <a:pt x="2363658" y="0"/>
                    </a:lnTo>
                    <a:lnTo>
                      <a:pt x="2363658" y="1137083"/>
                    </a:lnTo>
                    <a:lnTo>
                      <a:pt x="0" y="1137083"/>
                    </a:lnTo>
                    <a:close/>
                  </a:path>
                </a:pathLst>
              </a:custGeom>
              <a:ln/>
            </p:spPr>
          </p:pic>
          <p:sp>
            <p:nvSpPr>
              <p:cNvPr id="61" name="Freeform: Shape 109">
                <a:extLst>
                  <a:ext uri="{FF2B5EF4-FFF2-40B4-BE49-F238E27FC236}">
                    <a16:creationId xmlns:a16="http://schemas.microsoft.com/office/drawing/2014/main" id="{9F2AE5AB-56CB-4DA5-B1F3-BC6D12EF7307}"/>
                  </a:ext>
                </a:extLst>
              </p:cNvPr>
              <p:cNvSpPr/>
              <p:nvPr/>
            </p:nvSpPr>
            <p:spPr>
              <a:xfrm>
                <a:off x="2884357" y="1403681"/>
                <a:ext cx="2309714" cy="800608"/>
              </a:xfrm>
              <a:custGeom>
                <a:avLst/>
                <a:gdLst>
                  <a:gd name="connsiteX0" fmla="*/ 402497 w 2028937"/>
                  <a:gd name="connsiteY0" fmla="*/ 804885 h 800607"/>
                  <a:gd name="connsiteX1" fmla="*/ 2026525 w 2028937"/>
                  <a:gd name="connsiteY1" fmla="*/ 804885 h 800607"/>
                  <a:gd name="connsiteX2" fmla="*/ 2032777 w 2028937"/>
                  <a:gd name="connsiteY2" fmla="*/ 0 h 800607"/>
                  <a:gd name="connsiteX3" fmla="*/ 402497 w 2028937"/>
                  <a:gd name="connsiteY3" fmla="*/ 0 h 800607"/>
                  <a:gd name="connsiteX4" fmla="*/ 0 w 2028937"/>
                  <a:gd name="connsiteY4" fmla="*/ 402168 h 800607"/>
                  <a:gd name="connsiteX5" fmla="*/ 0 w 2028937"/>
                  <a:gd name="connsiteY5" fmla="*/ 402168 h 800607"/>
                  <a:gd name="connsiteX6" fmla="*/ 402278 w 2028937"/>
                  <a:gd name="connsiteY6" fmla="*/ 804885 h 800607"/>
                  <a:gd name="connsiteX7" fmla="*/ 402497 w 2028937"/>
                  <a:gd name="connsiteY7" fmla="*/ 804885 h 800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28937" h="800607">
                    <a:moveTo>
                      <a:pt x="402497" y="804885"/>
                    </a:moveTo>
                    <a:lnTo>
                      <a:pt x="2026525" y="804885"/>
                    </a:lnTo>
                    <a:lnTo>
                      <a:pt x="2032777" y="0"/>
                    </a:lnTo>
                    <a:lnTo>
                      <a:pt x="402497" y="0"/>
                    </a:lnTo>
                    <a:cubicBezTo>
                      <a:pt x="180334" y="0"/>
                      <a:pt x="187" y="180004"/>
                      <a:pt x="0" y="402168"/>
                    </a:cubicBezTo>
                    <a:lnTo>
                      <a:pt x="0" y="402168"/>
                    </a:lnTo>
                    <a:cubicBezTo>
                      <a:pt x="-121" y="624463"/>
                      <a:pt x="179983" y="804765"/>
                      <a:pt x="402278" y="804885"/>
                    </a:cubicBezTo>
                    <a:cubicBezTo>
                      <a:pt x="402355" y="804885"/>
                      <a:pt x="402421" y="804885"/>
                      <a:pt x="402497" y="8048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Freeform: Shape 110">
                <a:extLst>
                  <a:ext uri="{FF2B5EF4-FFF2-40B4-BE49-F238E27FC236}">
                    <a16:creationId xmlns:a16="http://schemas.microsoft.com/office/drawing/2014/main" id="{26C92C85-06FB-4E89-9145-52CE86A541A8}"/>
                  </a:ext>
                </a:extLst>
              </p:cNvPr>
              <p:cNvSpPr/>
              <p:nvPr/>
            </p:nvSpPr>
            <p:spPr>
              <a:xfrm>
                <a:off x="4685567" y="1334457"/>
                <a:ext cx="1085756" cy="1085756"/>
              </a:xfrm>
              <a:custGeom>
                <a:avLst/>
                <a:gdLst>
                  <a:gd name="connsiteX0" fmla="*/ 1016835 w 1085755"/>
                  <a:gd name="connsiteY0" fmla="*/ 470758 h 1085755"/>
                  <a:gd name="connsiteX1" fmla="*/ 621396 w 1085755"/>
                  <a:gd name="connsiteY1" fmla="*/ 1016835 h 1085755"/>
                  <a:gd name="connsiteX2" fmla="*/ 75319 w 1085755"/>
                  <a:gd name="connsiteY2" fmla="*/ 621396 h 1085755"/>
                  <a:gd name="connsiteX3" fmla="*/ 470758 w 1085755"/>
                  <a:gd name="connsiteY3" fmla="*/ 75319 h 1085755"/>
                  <a:gd name="connsiteX4" fmla="*/ 1016835 w 1085755"/>
                  <a:gd name="connsiteY4" fmla="*/ 470758 h 1085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5755" h="1085755">
                    <a:moveTo>
                      <a:pt x="1016835" y="470758"/>
                    </a:moveTo>
                    <a:cubicBezTo>
                      <a:pt x="1058433" y="730751"/>
                      <a:pt x="881389" y="975238"/>
                      <a:pt x="621396" y="1016835"/>
                    </a:cubicBezTo>
                    <a:cubicBezTo>
                      <a:pt x="361404" y="1058433"/>
                      <a:pt x="116917" y="881389"/>
                      <a:pt x="75319" y="621396"/>
                    </a:cubicBezTo>
                    <a:cubicBezTo>
                      <a:pt x="33722" y="361404"/>
                      <a:pt x="210766" y="116917"/>
                      <a:pt x="470758" y="75319"/>
                    </a:cubicBezTo>
                    <a:cubicBezTo>
                      <a:pt x="730751" y="33721"/>
                      <a:pt x="975238" y="210765"/>
                      <a:pt x="1016835" y="47075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111">
                <a:extLst>
                  <a:ext uri="{FF2B5EF4-FFF2-40B4-BE49-F238E27FC236}">
                    <a16:creationId xmlns:a16="http://schemas.microsoft.com/office/drawing/2014/main" id="{947B6E68-F979-4700-B7C1-CF9C28B1F8C0}"/>
                  </a:ext>
                </a:extLst>
              </p:cNvPr>
              <p:cNvSpPr/>
              <p:nvPr/>
            </p:nvSpPr>
            <p:spPr>
              <a:xfrm>
                <a:off x="4959466" y="1817694"/>
                <a:ext cx="1140592" cy="1316068"/>
              </a:xfrm>
              <a:custGeom>
                <a:avLst/>
                <a:gdLst>
                  <a:gd name="connsiteX0" fmla="*/ 1142018 w 1140592"/>
                  <a:gd name="connsiteY0" fmla="*/ 0 h 1316067"/>
                  <a:gd name="connsiteX1" fmla="*/ 0 w 1140592"/>
                  <a:gd name="connsiteY1" fmla="*/ 659240 h 1316067"/>
                  <a:gd name="connsiteX2" fmla="*/ 1142018 w 1140592"/>
                  <a:gd name="connsiteY2" fmla="*/ 1318481 h 1316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40592" h="1316067">
                    <a:moveTo>
                      <a:pt x="1142018" y="0"/>
                    </a:moveTo>
                    <a:cubicBezTo>
                      <a:pt x="670876" y="-153"/>
                      <a:pt x="235489" y="251183"/>
                      <a:pt x="0" y="659240"/>
                    </a:cubicBezTo>
                    <a:lnTo>
                      <a:pt x="1142018" y="1318481"/>
                    </a:lnTo>
                    <a:close/>
                  </a:path>
                </a:pathLst>
              </a:custGeom>
              <a:solidFill>
                <a:schemeClr val="accent1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Freeform: Shape 112">
                <a:extLst>
                  <a:ext uri="{FF2B5EF4-FFF2-40B4-BE49-F238E27FC236}">
                    <a16:creationId xmlns:a16="http://schemas.microsoft.com/office/drawing/2014/main" id="{27DC35C4-17F7-40D2-B54F-A20C6143D879}"/>
                  </a:ext>
                </a:extLst>
              </p:cNvPr>
              <p:cNvSpPr/>
              <p:nvPr/>
            </p:nvSpPr>
            <p:spPr>
              <a:xfrm>
                <a:off x="5200922" y="1849563"/>
                <a:ext cx="701903" cy="701903"/>
              </a:xfrm>
              <a:custGeom>
                <a:avLst/>
                <a:gdLst>
                  <a:gd name="connsiteX0" fmla="*/ 401744 w 701902"/>
                  <a:gd name="connsiteY0" fmla="*/ 48901 h 701902"/>
                  <a:gd name="connsiteX1" fmla="*/ 656784 w 701902"/>
                  <a:gd name="connsiteY1" fmla="*/ 401744 h 701902"/>
                  <a:gd name="connsiteX2" fmla="*/ 303941 w 701902"/>
                  <a:gd name="connsiteY2" fmla="*/ 656784 h 701902"/>
                  <a:gd name="connsiteX3" fmla="*/ 48901 w 701902"/>
                  <a:gd name="connsiteY3" fmla="*/ 303942 h 701902"/>
                  <a:gd name="connsiteX4" fmla="*/ 401744 w 701902"/>
                  <a:gd name="connsiteY4" fmla="*/ 48901 h 701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902" h="701902">
                    <a:moveTo>
                      <a:pt x="401744" y="48901"/>
                    </a:moveTo>
                    <a:cubicBezTo>
                      <a:pt x="569606" y="75908"/>
                      <a:pt x="683791" y="233881"/>
                      <a:pt x="656784" y="401744"/>
                    </a:cubicBezTo>
                    <a:cubicBezTo>
                      <a:pt x="629777" y="569606"/>
                      <a:pt x="471804" y="683792"/>
                      <a:pt x="303941" y="656784"/>
                    </a:cubicBezTo>
                    <a:cubicBezTo>
                      <a:pt x="136079" y="629777"/>
                      <a:pt x="21894" y="471804"/>
                      <a:pt x="48901" y="303942"/>
                    </a:cubicBezTo>
                    <a:cubicBezTo>
                      <a:pt x="75908" y="136079"/>
                      <a:pt x="233881" y="21894"/>
                      <a:pt x="401744" y="489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113">
                <a:extLst>
                  <a:ext uri="{FF2B5EF4-FFF2-40B4-BE49-F238E27FC236}">
                    <a16:creationId xmlns:a16="http://schemas.microsoft.com/office/drawing/2014/main" id="{E1BB4933-1915-433C-9A6C-AFE65249DFBD}"/>
                  </a:ext>
                </a:extLst>
              </p:cNvPr>
              <p:cNvSpPr/>
              <p:nvPr/>
            </p:nvSpPr>
            <p:spPr>
              <a:xfrm>
                <a:off x="5360763" y="2009514"/>
                <a:ext cx="383853" cy="383853"/>
              </a:xfrm>
              <a:custGeom>
                <a:avLst/>
                <a:gdLst>
                  <a:gd name="connsiteX0" fmla="*/ 323411 w 383853"/>
                  <a:gd name="connsiteY0" fmla="*/ 130544 h 383853"/>
                  <a:gd name="connsiteX1" fmla="*/ 255189 w 383853"/>
                  <a:gd name="connsiteY1" fmla="*/ 323411 h 383853"/>
                  <a:gd name="connsiteX2" fmla="*/ 62322 w 383853"/>
                  <a:gd name="connsiteY2" fmla="*/ 255189 h 383853"/>
                  <a:gd name="connsiteX3" fmla="*/ 130544 w 383853"/>
                  <a:gd name="connsiteY3" fmla="*/ 62322 h 383853"/>
                  <a:gd name="connsiteX4" fmla="*/ 323411 w 383853"/>
                  <a:gd name="connsiteY4" fmla="*/ 130544 h 38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3853" h="383853">
                    <a:moveTo>
                      <a:pt x="323411" y="130544"/>
                    </a:moveTo>
                    <a:cubicBezTo>
                      <a:pt x="357830" y="202642"/>
                      <a:pt x="327286" y="288991"/>
                      <a:pt x="255189" y="323411"/>
                    </a:cubicBezTo>
                    <a:cubicBezTo>
                      <a:pt x="183091" y="357831"/>
                      <a:pt x="96742" y="327287"/>
                      <a:pt x="62322" y="255189"/>
                    </a:cubicBezTo>
                    <a:cubicBezTo>
                      <a:pt x="27902" y="183091"/>
                      <a:pt x="58446" y="96742"/>
                      <a:pt x="130544" y="62322"/>
                    </a:cubicBezTo>
                    <a:cubicBezTo>
                      <a:pt x="202642" y="27903"/>
                      <a:pt x="288991" y="58447"/>
                      <a:pt x="323411" y="13054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114">
                <a:extLst>
                  <a:ext uri="{FF2B5EF4-FFF2-40B4-BE49-F238E27FC236}">
                    <a16:creationId xmlns:a16="http://schemas.microsoft.com/office/drawing/2014/main" id="{950E35B5-CC23-409B-B4A7-226CA1E27936}"/>
                  </a:ext>
                </a:extLst>
              </p:cNvPr>
              <p:cNvSpPr/>
              <p:nvPr/>
            </p:nvSpPr>
            <p:spPr>
              <a:xfrm>
                <a:off x="4900901" y="1552507"/>
                <a:ext cx="647067" cy="647067"/>
              </a:xfrm>
              <a:custGeom>
                <a:avLst/>
                <a:gdLst>
                  <a:gd name="connsiteX0" fmla="*/ 656060 w 647066"/>
                  <a:gd name="connsiteY0" fmla="*/ 328030 h 647066"/>
                  <a:gd name="connsiteX1" fmla="*/ 656060 w 647066"/>
                  <a:gd name="connsiteY1" fmla="*/ 656060 h 647066"/>
                  <a:gd name="connsiteX2" fmla="*/ 328030 w 647066"/>
                  <a:gd name="connsiteY2" fmla="*/ 656060 h 647066"/>
                  <a:gd name="connsiteX3" fmla="*/ 0 w 647066"/>
                  <a:gd name="connsiteY3" fmla="*/ 328030 h 647066"/>
                  <a:gd name="connsiteX4" fmla="*/ 328030 w 647066"/>
                  <a:gd name="connsiteY4" fmla="*/ 0 h 647066"/>
                  <a:gd name="connsiteX5" fmla="*/ 656060 w 647066"/>
                  <a:gd name="connsiteY5" fmla="*/ 328030 h 647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066" h="647066">
                    <a:moveTo>
                      <a:pt x="656060" y="328030"/>
                    </a:moveTo>
                    <a:lnTo>
                      <a:pt x="656060" y="656060"/>
                    </a:lnTo>
                    <a:lnTo>
                      <a:pt x="328030" y="656060"/>
                    </a:lnTo>
                    <a:cubicBezTo>
                      <a:pt x="146862" y="656060"/>
                      <a:pt x="0" y="509198"/>
                      <a:pt x="0" y="328030"/>
                    </a:cubicBezTo>
                    <a:cubicBezTo>
                      <a:pt x="0" y="146864"/>
                      <a:pt x="146862" y="0"/>
                      <a:pt x="328030" y="0"/>
                    </a:cubicBezTo>
                    <a:cubicBezTo>
                      <a:pt x="509198" y="0"/>
                      <a:pt x="656060" y="146864"/>
                      <a:pt x="656060" y="3280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115">
                <a:extLst>
                  <a:ext uri="{FF2B5EF4-FFF2-40B4-BE49-F238E27FC236}">
                    <a16:creationId xmlns:a16="http://schemas.microsoft.com/office/drawing/2014/main" id="{3AAA1B19-B3AD-4CD0-BBA1-A9568C9D3AD0}"/>
                  </a:ext>
                </a:extLst>
              </p:cNvPr>
              <p:cNvSpPr/>
              <p:nvPr/>
            </p:nvSpPr>
            <p:spPr>
              <a:xfrm>
                <a:off x="5006063" y="1654756"/>
                <a:ext cx="449657" cy="449657"/>
              </a:xfrm>
              <a:custGeom>
                <a:avLst/>
                <a:gdLst>
                  <a:gd name="connsiteX0" fmla="*/ 258002 w 449656"/>
                  <a:gd name="connsiteY0" fmla="*/ 31747 h 449656"/>
                  <a:gd name="connsiteX1" fmla="*/ 420762 w 449656"/>
                  <a:gd name="connsiteY1" fmla="*/ 258002 h 449656"/>
                  <a:gd name="connsiteX2" fmla="*/ 194507 w 449656"/>
                  <a:gd name="connsiteY2" fmla="*/ 420762 h 449656"/>
                  <a:gd name="connsiteX3" fmla="*/ 31747 w 449656"/>
                  <a:gd name="connsiteY3" fmla="*/ 194507 h 449656"/>
                  <a:gd name="connsiteX4" fmla="*/ 258002 w 449656"/>
                  <a:gd name="connsiteY4" fmla="*/ 31747 h 449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656" h="449656">
                    <a:moveTo>
                      <a:pt x="258002" y="31747"/>
                    </a:moveTo>
                    <a:cubicBezTo>
                      <a:pt x="365425" y="49281"/>
                      <a:pt x="438295" y="150578"/>
                      <a:pt x="420762" y="258002"/>
                    </a:cubicBezTo>
                    <a:cubicBezTo>
                      <a:pt x="403228" y="365425"/>
                      <a:pt x="301931" y="438295"/>
                      <a:pt x="194507" y="420762"/>
                    </a:cubicBezTo>
                    <a:cubicBezTo>
                      <a:pt x="87084" y="403228"/>
                      <a:pt x="14214" y="301931"/>
                      <a:pt x="31747" y="194507"/>
                    </a:cubicBezTo>
                    <a:cubicBezTo>
                      <a:pt x="49281" y="87084"/>
                      <a:pt x="150578" y="14214"/>
                      <a:pt x="258002" y="3174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A34CFA66-36C7-47DC-B771-25B240005D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49815" y="2556557"/>
                <a:ext cx="2473548" cy="1129625"/>
              </a:xfrm>
              <a:custGeom>
                <a:avLst/>
                <a:gdLst>
                  <a:gd name="connsiteX0" fmla="*/ 0 w 2357954"/>
                  <a:gd name="connsiteY0" fmla="*/ 0 h 1129624"/>
                  <a:gd name="connsiteX1" fmla="*/ 2363658 w 2357954"/>
                  <a:gd name="connsiteY1" fmla="*/ 0 h 1129624"/>
                  <a:gd name="connsiteX2" fmla="*/ 2363658 w 2357954"/>
                  <a:gd name="connsiteY2" fmla="*/ 1137083 h 1129624"/>
                  <a:gd name="connsiteX3" fmla="*/ 0 w 2357954"/>
                  <a:gd name="connsiteY3" fmla="*/ 1137083 h 1129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7954" h="1129624">
                    <a:moveTo>
                      <a:pt x="0" y="0"/>
                    </a:moveTo>
                    <a:lnTo>
                      <a:pt x="2363658" y="0"/>
                    </a:lnTo>
                    <a:lnTo>
                      <a:pt x="2363658" y="1137083"/>
                    </a:lnTo>
                    <a:lnTo>
                      <a:pt x="0" y="1137083"/>
                    </a:lnTo>
                    <a:close/>
                  </a:path>
                </a:pathLst>
              </a:custGeom>
              <a:ln/>
            </p:spPr>
          </p:pic>
          <p:sp>
            <p:nvSpPr>
              <p:cNvPr id="69" name="Freeform: Shape 117">
                <a:extLst>
                  <a:ext uri="{FF2B5EF4-FFF2-40B4-BE49-F238E27FC236}">
                    <a16:creationId xmlns:a16="http://schemas.microsoft.com/office/drawing/2014/main" id="{024D24C0-5ACD-4EDD-B3EB-22FF0C168105}"/>
                  </a:ext>
                </a:extLst>
              </p:cNvPr>
              <p:cNvSpPr/>
              <p:nvPr/>
            </p:nvSpPr>
            <p:spPr>
              <a:xfrm>
                <a:off x="7637664" y="2646817"/>
                <a:ext cx="2307396" cy="800608"/>
              </a:xfrm>
              <a:custGeom>
                <a:avLst/>
                <a:gdLst>
                  <a:gd name="connsiteX0" fmla="*/ 1630279 w 2028937"/>
                  <a:gd name="connsiteY0" fmla="*/ 804885 h 800607"/>
                  <a:gd name="connsiteX1" fmla="*/ 6251 w 2028937"/>
                  <a:gd name="connsiteY1" fmla="*/ 804885 h 800607"/>
                  <a:gd name="connsiteX2" fmla="*/ 0 w 2028937"/>
                  <a:gd name="connsiteY2" fmla="*/ 0 h 800607"/>
                  <a:gd name="connsiteX3" fmla="*/ 1630279 w 2028937"/>
                  <a:gd name="connsiteY3" fmla="*/ 0 h 800607"/>
                  <a:gd name="connsiteX4" fmla="*/ 2032666 w 2028937"/>
                  <a:gd name="connsiteY4" fmla="*/ 402498 h 800607"/>
                  <a:gd name="connsiteX5" fmla="*/ 2032666 w 2028937"/>
                  <a:gd name="connsiteY5" fmla="*/ 402498 h 800607"/>
                  <a:gd name="connsiteX6" fmla="*/ 1630279 w 2028937"/>
                  <a:gd name="connsiteY6" fmla="*/ 804885 h 800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8937" h="800607">
                    <a:moveTo>
                      <a:pt x="1630279" y="804885"/>
                    </a:moveTo>
                    <a:lnTo>
                      <a:pt x="6251" y="804885"/>
                    </a:lnTo>
                    <a:lnTo>
                      <a:pt x="0" y="0"/>
                    </a:lnTo>
                    <a:lnTo>
                      <a:pt x="1630279" y="0"/>
                    </a:lnTo>
                    <a:cubicBezTo>
                      <a:pt x="1852530" y="66"/>
                      <a:pt x="2032666" y="180247"/>
                      <a:pt x="2032666" y="402498"/>
                    </a:cubicBezTo>
                    <a:lnTo>
                      <a:pt x="2032666" y="402498"/>
                    </a:lnTo>
                    <a:cubicBezTo>
                      <a:pt x="2032666" y="624727"/>
                      <a:pt x="1852508" y="804885"/>
                      <a:pt x="1630279" y="8048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Freeform: Shape 118">
                <a:extLst>
                  <a:ext uri="{FF2B5EF4-FFF2-40B4-BE49-F238E27FC236}">
                    <a16:creationId xmlns:a16="http://schemas.microsoft.com/office/drawing/2014/main" id="{168D9750-7197-4CAA-B813-6C3D7B09CBF8}"/>
                  </a:ext>
                </a:extLst>
              </p:cNvPr>
              <p:cNvSpPr/>
              <p:nvPr/>
            </p:nvSpPr>
            <p:spPr>
              <a:xfrm>
                <a:off x="7083334" y="2569353"/>
                <a:ext cx="1107690" cy="1107690"/>
              </a:xfrm>
              <a:custGeom>
                <a:avLst/>
                <a:gdLst>
                  <a:gd name="connsiteX0" fmla="*/ 638805 w 1107690"/>
                  <a:gd name="connsiteY0" fmla="*/ 84834 h 1107690"/>
                  <a:gd name="connsiteX1" fmla="*/ 1023108 w 1107690"/>
                  <a:gd name="connsiteY1" fmla="*/ 638805 h 1107690"/>
                  <a:gd name="connsiteX2" fmla="*/ 469137 w 1107690"/>
                  <a:gd name="connsiteY2" fmla="*/ 1023108 h 1107690"/>
                  <a:gd name="connsiteX3" fmla="*/ 84834 w 1107690"/>
                  <a:gd name="connsiteY3" fmla="*/ 469137 h 1107690"/>
                  <a:gd name="connsiteX4" fmla="*/ 638805 w 1107690"/>
                  <a:gd name="connsiteY4" fmla="*/ 84834 h 1107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7690" h="1107690">
                    <a:moveTo>
                      <a:pt x="638805" y="84834"/>
                    </a:moveTo>
                    <a:cubicBezTo>
                      <a:pt x="897902" y="131687"/>
                      <a:pt x="1069961" y="379708"/>
                      <a:pt x="1023108" y="638805"/>
                    </a:cubicBezTo>
                    <a:cubicBezTo>
                      <a:pt x="976256" y="897902"/>
                      <a:pt x="728234" y="1069961"/>
                      <a:pt x="469137" y="1023108"/>
                    </a:cubicBezTo>
                    <a:cubicBezTo>
                      <a:pt x="210040" y="976256"/>
                      <a:pt x="37981" y="728234"/>
                      <a:pt x="84834" y="469137"/>
                    </a:cubicBezTo>
                    <a:cubicBezTo>
                      <a:pt x="131686" y="210040"/>
                      <a:pt x="379708" y="37982"/>
                      <a:pt x="638805" y="8483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Freeform: Shape 119">
                <a:extLst>
                  <a:ext uri="{FF2B5EF4-FFF2-40B4-BE49-F238E27FC236}">
                    <a16:creationId xmlns:a16="http://schemas.microsoft.com/office/drawing/2014/main" id="{0974194A-4409-4692-B2F4-8372AD0C6549}"/>
                  </a:ext>
                </a:extLst>
              </p:cNvPr>
              <p:cNvSpPr/>
              <p:nvPr/>
            </p:nvSpPr>
            <p:spPr>
              <a:xfrm>
                <a:off x="6101484" y="2476935"/>
                <a:ext cx="1316068" cy="1316068"/>
              </a:xfrm>
              <a:custGeom>
                <a:avLst/>
                <a:gdLst>
                  <a:gd name="connsiteX0" fmla="*/ 1142018 w 1316067"/>
                  <a:gd name="connsiteY0" fmla="*/ 0 h 1316067"/>
                  <a:gd name="connsiteX1" fmla="*/ 0 w 1316067"/>
                  <a:gd name="connsiteY1" fmla="*/ 659240 h 1316067"/>
                  <a:gd name="connsiteX2" fmla="*/ 1142018 w 1316067"/>
                  <a:gd name="connsiteY2" fmla="*/ 1318590 h 1316067"/>
                  <a:gd name="connsiteX3" fmla="*/ 1142018 w 1316067"/>
                  <a:gd name="connsiteY3" fmla="*/ 0 h 1316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16067" h="1316067">
                    <a:moveTo>
                      <a:pt x="1142018" y="0"/>
                    </a:moveTo>
                    <a:lnTo>
                      <a:pt x="0" y="659240"/>
                    </a:lnTo>
                    <a:lnTo>
                      <a:pt x="1142018" y="1318590"/>
                    </a:lnTo>
                    <a:cubicBezTo>
                      <a:pt x="1377309" y="910554"/>
                      <a:pt x="1377309" y="408036"/>
                      <a:pt x="11420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Freeform: Shape 120">
                <a:extLst>
                  <a:ext uri="{FF2B5EF4-FFF2-40B4-BE49-F238E27FC236}">
                    <a16:creationId xmlns:a16="http://schemas.microsoft.com/office/drawing/2014/main" id="{F034468B-123B-46A6-AFCC-269D4A90FB31}"/>
                  </a:ext>
                </a:extLst>
              </p:cNvPr>
              <p:cNvSpPr/>
              <p:nvPr/>
            </p:nvSpPr>
            <p:spPr>
              <a:xfrm>
                <a:off x="6801091" y="2745271"/>
                <a:ext cx="756739" cy="756739"/>
              </a:xfrm>
              <a:custGeom>
                <a:avLst/>
                <a:gdLst>
                  <a:gd name="connsiteX0" fmla="*/ 677947 w 756739"/>
                  <a:gd name="connsiteY0" fmla="*/ 295051 h 756739"/>
                  <a:gd name="connsiteX1" fmla="*/ 470743 w 756739"/>
                  <a:gd name="connsiteY1" fmla="*/ 677947 h 756739"/>
                  <a:gd name="connsiteX2" fmla="*/ 87846 w 756739"/>
                  <a:gd name="connsiteY2" fmla="*/ 470743 h 756739"/>
                  <a:gd name="connsiteX3" fmla="*/ 295050 w 756739"/>
                  <a:gd name="connsiteY3" fmla="*/ 87846 h 756739"/>
                  <a:gd name="connsiteX4" fmla="*/ 677947 w 756739"/>
                  <a:gd name="connsiteY4" fmla="*/ 295051 h 756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6739" h="756739">
                    <a:moveTo>
                      <a:pt x="677947" y="295051"/>
                    </a:moveTo>
                    <a:cubicBezTo>
                      <a:pt x="726463" y="458002"/>
                      <a:pt x="633695" y="629431"/>
                      <a:pt x="470743" y="677947"/>
                    </a:cubicBezTo>
                    <a:cubicBezTo>
                      <a:pt x="307791" y="726463"/>
                      <a:pt x="136362" y="633695"/>
                      <a:pt x="87846" y="470743"/>
                    </a:cubicBezTo>
                    <a:cubicBezTo>
                      <a:pt x="39330" y="307791"/>
                      <a:pt x="132098" y="136363"/>
                      <a:pt x="295050" y="87846"/>
                    </a:cubicBezTo>
                    <a:cubicBezTo>
                      <a:pt x="458002" y="39330"/>
                      <a:pt x="629431" y="132099"/>
                      <a:pt x="677947" y="2950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Freeform: Shape 121">
                <a:extLst>
                  <a:ext uri="{FF2B5EF4-FFF2-40B4-BE49-F238E27FC236}">
                    <a16:creationId xmlns:a16="http://schemas.microsoft.com/office/drawing/2014/main" id="{C556A968-8CEA-4BB8-836F-CD4E17E15B9B}"/>
                  </a:ext>
                </a:extLst>
              </p:cNvPr>
              <p:cNvSpPr/>
              <p:nvPr/>
            </p:nvSpPr>
            <p:spPr>
              <a:xfrm>
                <a:off x="6982899" y="2927379"/>
                <a:ext cx="394820" cy="394820"/>
              </a:xfrm>
              <a:custGeom>
                <a:avLst/>
                <a:gdLst>
                  <a:gd name="connsiteX0" fmla="*/ 320391 w 394820"/>
                  <a:gd name="connsiteY0" fmla="*/ 119259 h 394820"/>
                  <a:gd name="connsiteX1" fmla="*/ 283005 w 394820"/>
                  <a:gd name="connsiteY1" fmla="*/ 320391 h 394820"/>
                  <a:gd name="connsiteX2" fmla="*/ 81873 w 394820"/>
                  <a:gd name="connsiteY2" fmla="*/ 283005 h 394820"/>
                  <a:gd name="connsiteX3" fmla="*/ 119259 w 394820"/>
                  <a:gd name="connsiteY3" fmla="*/ 81873 h 394820"/>
                  <a:gd name="connsiteX4" fmla="*/ 320391 w 394820"/>
                  <a:gd name="connsiteY4" fmla="*/ 119259 h 394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4820" h="394820">
                    <a:moveTo>
                      <a:pt x="320391" y="119259"/>
                    </a:moveTo>
                    <a:cubicBezTo>
                      <a:pt x="365608" y="185124"/>
                      <a:pt x="348870" y="275174"/>
                      <a:pt x="283005" y="320391"/>
                    </a:cubicBezTo>
                    <a:cubicBezTo>
                      <a:pt x="217140" y="365608"/>
                      <a:pt x="127090" y="348870"/>
                      <a:pt x="81873" y="283005"/>
                    </a:cubicBezTo>
                    <a:cubicBezTo>
                      <a:pt x="36656" y="217140"/>
                      <a:pt x="53394" y="127090"/>
                      <a:pt x="119259" y="81873"/>
                    </a:cubicBezTo>
                    <a:cubicBezTo>
                      <a:pt x="185124" y="36656"/>
                      <a:pt x="275174" y="53394"/>
                      <a:pt x="320391" y="11925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Freeform: Shape 122">
                <a:extLst>
                  <a:ext uri="{FF2B5EF4-FFF2-40B4-BE49-F238E27FC236}">
                    <a16:creationId xmlns:a16="http://schemas.microsoft.com/office/drawing/2014/main" id="{4C0C1AA3-E517-4127-A5AA-C4FB67040A52}"/>
                  </a:ext>
                </a:extLst>
              </p:cNvPr>
              <p:cNvSpPr/>
              <p:nvPr/>
            </p:nvSpPr>
            <p:spPr>
              <a:xfrm>
                <a:off x="7169144" y="2798604"/>
                <a:ext cx="789641" cy="647067"/>
              </a:xfrm>
              <a:custGeom>
                <a:avLst/>
                <a:gdLst>
                  <a:gd name="connsiteX0" fmla="*/ 231957 w 789640"/>
                  <a:gd name="connsiteY0" fmla="*/ 96073 h 647066"/>
                  <a:gd name="connsiteX1" fmla="*/ 0 w 789640"/>
                  <a:gd name="connsiteY1" fmla="*/ 328030 h 647066"/>
                  <a:gd name="connsiteX2" fmla="*/ 231957 w 789640"/>
                  <a:gd name="connsiteY2" fmla="*/ 559987 h 647066"/>
                  <a:gd name="connsiteX3" fmla="*/ 695860 w 789640"/>
                  <a:gd name="connsiteY3" fmla="*/ 559976 h 647066"/>
                  <a:gd name="connsiteX4" fmla="*/ 695849 w 789640"/>
                  <a:gd name="connsiteY4" fmla="*/ 96073 h 647066"/>
                  <a:gd name="connsiteX5" fmla="*/ 231957 w 789640"/>
                  <a:gd name="connsiteY5" fmla="*/ 96073 h 647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9640" h="647066">
                    <a:moveTo>
                      <a:pt x="231957" y="96073"/>
                    </a:moveTo>
                    <a:lnTo>
                      <a:pt x="0" y="328030"/>
                    </a:lnTo>
                    <a:lnTo>
                      <a:pt x="231957" y="559987"/>
                    </a:lnTo>
                    <a:cubicBezTo>
                      <a:pt x="360065" y="688084"/>
                      <a:pt x="567763" y="688084"/>
                      <a:pt x="695860" y="559976"/>
                    </a:cubicBezTo>
                    <a:cubicBezTo>
                      <a:pt x="823957" y="431868"/>
                      <a:pt x="823957" y="224170"/>
                      <a:pt x="695849" y="96073"/>
                    </a:cubicBezTo>
                    <a:cubicBezTo>
                      <a:pt x="567751" y="-32024"/>
                      <a:pt x="360065" y="-32024"/>
                      <a:pt x="231957" y="960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Freeform: Shape 123">
                <a:extLst>
                  <a:ext uri="{FF2B5EF4-FFF2-40B4-BE49-F238E27FC236}">
                    <a16:creationId xmlns:a16="http://schemas.microsoft.com/office/drawing/2014/main" id="{561DB38E-35C6-4C26-927E-654DDF42AD40}"/>
                  </a:ext>
                </a:extLst>
              </p:cNvPr>
              <p:cNvSpPr/>
              <p:nvPr/>
            </p:nvSpPr>
            <p:spPr>
              <a:xfrm>
                <a:off x="7433344" y="2927468"/>
                <a:ext cx="383853" cy="383853"/>
              </a:xfrm>
              <a:custGeom>
                <a:avLst/>
                <a:gdLst>
                  <a:gd name="connsiteX0" fmla="*/ 394162 w 383853"/>
                  <a:gd name="connsiteY0" fmla="*/ 197081 h 383853"/>
                  <a:gd name="connsiteX1" fmla="*/ 197082 w 383853"/>
                  <a:gd name="connsiteY1" fmla="*/ 394162 h 383853"/>
                  <a:gd name="connsiteX2" fmla="*/ 0 w 383853"/>
                  <a:gd name="connsiteY2" fmla="*/ 197081 h 383853"/>
                  <a:gd name="connsiteX3" fmla="*/ 197082 w 383853"/>
                  <a:gd name="connsiteY3" fmla="*/ 0 h 383853"/>
                  <a:gd name="connsiteX4" fmla="*/ 394162 w 383853"/>
                  <a:gd name="connsiteY4" fmla="*/ 197081 h 38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3853" h="383853">
                    <a:moveTo>
                      <a:pt x="394162" y="197081"/>
                    </a:moveTo>
                    <a:cubicBezTo>
                      <a:pt x="394162" y="305926"/>
                      <a:pt x="305926" y="394162"/>
                      <a:pt x="197082" y="394162"/>
                    </a:cubicBezTo>
                    <a:cubicBezTo>
                      <a:pt x="88237" y="394162"/>
                      <a:pt x="0" y="305926"/>
                      <a:pt x="0" y="197081"/>
                    </a:cubicBezTo>
                    <a:cubicBezTo>
                      <a:pt x="0" y="88236"/>
                      <a:pt x="88237" y="0"/>
                      <a:pt x="197082" y="0"/>
                    </a:cubicBezTo>
                    <a:cubicBezTo>
                      <a:pt x="305927" y="0"/>
                      <a:pt x="394162" y="88236"/>
                      <a:pt x="394162" y="19708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002D4162-F44A-449A-AE9C-B56C839D1B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86517" y="3830510"/>
                <a:ext cx="2473548" cy="1129625"/>
              </a:xfrm>
              <a:custGeom>
                <a:avLst/>
                <a:gdLst>
                  <a:gd name="connsiteX0" fmla="*/ 0 w 2357954"/>
                  <a:gd name="connsiteY0" fmla="*/ 0 h 1129624"/>
                  <a:gd name="connsiteX1" fmla="*/ 2366290 w 2357954"/>
                  <a:gd name="connsiteY1" fmla="*/ 0 h 1129624"/>
                  <a:gd name="connsiteX2" fmla="*/ 2366290 w 2357954"/>
                  <a:gd name="connsiteY2" fmla="*/ 1137083 h 1129624"/>
                  <a:gd name="connsiteX3" fmla="*/ 0 w 2357954"/>
                  <a:gd name="connsiteY3" fmla="*/ 1137083 h 1129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7954" h="1129624">
                    <a:moveTo>
                      <a:pt x="0" y="0"/>
                    </a:moveTo>
                    <a:lnTo>
                      <a:pt x="2366290" y="0"/>
                    </a:lnTo>
                    <a:lnTo>
                      <a:pt x="2366290" y="1137083"/>
                    </a:lnTo>
                    <a:lnTo>
                      <a:pt x="0" y="1137083"/>
                    </a:lnTo>
                    <a:close/>
                  </a:path>
                </a:pathLst>
              </a:custGeom>
              <a:ln/>
            </p:spPr>
          </p:pic>
          <p:sp>
            <p:nvSpPr>
              <p:cNvPr id="77" name="Freeform: Shape 125">
                <a:extLst>
                  <a:ext uri="{FF2B5EF4-FFF2-40B4-BE49-F238E27FC236}">
                    <a16:creationId xmlns:a16="http://schemas.microsoft.com/office/drawing/2014/main" id="{9BFD0581-5FBE-428F-8103-A584AE1F15F7}"/>
                  </a:ext>
                </a:extLst>
              </p:cNvPr>
              <p:cNvSpPr/>
              <p:nvPr/>
            </p:nvSpPr>
            <p:spPr>
              <a:xfrm>
                <a:off x="6976340" y="3919016"/>
                <a:ext cx="2307396" cy="800608"/>
              </a:xfrm>
              <a:custGeom>
                <a:avLst/>
                <a:gdLst>
                  <a:gd name="connsiteX0" fmla="*/ 1630169 w 2028937"/>
                  <a:gd name="connsiteY0" fmla="*/ 804885 h 800607"/>
                  <a:gd name="connsiteX1" fmla="*/ 6142 w 2028937"/>
                  <a:gd name="connsiteY1" fmla="*/ 804885 h 800607"/>
                  <a:gd name="connsiteX2" fmla="*/ 0 w 2028937"/>
                  <a:gd name="connsiteY2" fmla="*/ 0 h 800607"/>
                  <a:gd name="connsiteX3" fmla="*/ 1630169 w 2028937"/>
                  <a:gd name="connsiteY3" fmla="*/ 0 h 800607"/>
                  <a:gd name="connsiteX4" fmla="*/ 2032667 w 2028937"/>
                  <a:gd name="connsiteY4" fmla="*/ 402388 h 800607"/>
                  <a:gd name="connsiteX5" fmla="*/ 2032667 w 2028937"/>
                  <a:gd name="connsiteY5" fmla="*/ 402388 h 800607"/>
                  <a:gd name="connsiteX6" fmla="*/ 1630169 w 2028937"/>
                  <a:gd name="connsiteY6" fmla="*/ 804885 h 800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8937" h="800607">
                    <a:moveTo>
                      <a:pt x="1630169" y="804885"/>
                    </a:moveTo>
                    <a:lnTo>
                      <a:pt x="6142" y="804885"/>
                    </a:lnTo>
                    <a:lnTo>
                      <a:pt x="0" y="0"/>
                    </a:lnTo>
                    <a:lnTo>
                      <a:pt x="1630169" y="0"/>
                    </a:lnTo>
                    <a:cubicBezTo>
                      <a:pt x="1852420" y="0"/>
                      <a:pt x="2032601" y="180137"/>
                      <a:pt x="2032667" y="402388"/>
                    </a:cubicBezTo>
                    <a:lnTo>
                      <a:pt x="2032667" y="402388"/>
                    </a:lnTo>
                    <a:cubicBezTo>
                      <a:pt x="2032667" y="624683"/>
                      <a:pt x="1852465" y="804885"/>
                      <a:pt x="1630169" y="8048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Freeform: Shape 126">
                <a:extLst>
                  <a:ext uri="{FF2B5EF4-FFF2-40B4-BE49-F238E27FC236}">
                    <a16:creationId xmlns:a16="http://schemas.microsoft.com/office/drawing/2014/main" id="{D699640E-D967-45C0-980E-7D9C17DBD4F9}"/>
                  </a:ext>
                </a:extLst>
              </p:cNvPr>
              <p:cNvSpPr/>
              <p:nvPr/>
            </p:nvSpPr>
            <p:spPr>
              <a:xfrm>
                <a:off x="6438625" y="3858159"/>
                <a:ext cx="1063822" cy="1063822"/>
              </a:xfrm>
              <a:custGeom>
                <a:avLst/>
                <a:gdLst>
                  <a:gd name="connsiteX0" fmla="*/ 602506 w 1063821"/>
                  <a:gd name="connsiteY0" fmla="*/ 65114 h 1063821"/>
                  <a:gd name="connsiteX1" fmla="*/ 1009670 w 1063821"/>
                  <a:gd name="connsiteY1" fmla="*/ 602506 h 1063821"/>
                  <a:gd name="connsiteX2" fmla="*/ 472278 w 1063821"/>
                  <a:gd name="connsiteY2" fmla="*/ 1009670 h 1063821"/>
                  <a:gd name="connsiteX3" fmla="*/ 65114 w 1063821"/>
                  <a:gd name="connsiteY3" fmla="*/ 472278 h 1063821"/>
                  <a:gd name="connsiteX4" fmla="*/ 602506 w 1063821"/>
                  <a:gd name="connsiteY4" fmla="*/ 65114 h 1063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3821" h="1063821">
                    <a:moveTo>
                      <a:pt x="602506" y="65114"/>
                    </a:moveTo>
                    <a:cubicBezTo>
                      <a:pt x="863338" y="101075"/>
                      <a:pt x="1045631" y="341674"/>
                      <a:pt x="1009670" y="602506"/>
                    </a:cubicBezTo>
                    <a:cubicBezTo>
                      <a:pt x="973708" y="863338"/>
                      <a:pt x="733110" y="1045631"/>
                      <a:pt x="472278" y="1009670"/>
                    </a:cubicBezTo>
                    <a:cubicBezTo>
                      <a:pt x="211446" y="973708"/>
                      <a:pt x="29152" y="733110"/>
                      <a:pt x="65114" y="472278"/>
                    </a:cubicBezTo>
                    <a:cubicBezTo>
                      <a:pt x="101075" y="211446"/>
                      <a:pt x="341674" y="29152"/>
                      <a:pt x="602506" y="651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Freeform: Shape 127">
                <a:extLst>
                  <a:ext uri="{FF2B5EF4-FFF2-40B4-BE49-F238E27FC236}">
                    <a16:creationId xmlns:a16="http://schemas.microsoft.com/office/drawing/2014/main" id="{56BCA84D-9CA2-49EE-AC3E-04E6C2DDEF2D}"/>
                  </a:ext>
                </a:extLst>
              </p:cNvPr>
              <p:cNvSpPr/>
              <p:nvPr/>
            </p:nvSpPr>
            <p:spPr>
              <a:xfrm>
                <a:off x="6101484" y="3136175"/>
                <a:ext cx="1140592" cy="1316068"/>
              </a:xfrm>
              <a:custGeom>
                <a:avLst/>
                <a:gdLst>
                  <a:gd name="connsiteX0" fmla="*/ 0 w 1140592"/>
                  <a:gd name="connsiteY0" fmla="*/ 1318481 h 1316067"/>
                  <a:gd name="connsiteX1" fmla="*/ 1142018 w 1140592"/>
                  <a:gd name="connsiteY1" fmla="*/ 659350 h 1316067"/>
                  <a:gd name="connsiteX2" fmla="*/ 0 w 1140592"/>
                  <a:gd name="connsiteY2" fmla="*/ 0 h 1316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40592" h="1316067">
                    <a:moveTo>
                      <a:pt x="0" y="1318481"/>
                    </a:moveTo>
                    <a:cubicBezTo>
                      <a:pt x="471130" y="1318700"/>
                      <a:pt x="906529" y="1067397"/>
                      <a:pt x="1142018" y="6593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Freeform: Shape 128">
                <a:extLst>
                  <a:ext uri="{FF2B5EF4-FFF2-40B4-BE49-F238E27FC236}">
                    <a16:creationId xmlns:a16="http://schemas.microsoft.com/office/drawing/2014/main" id="{BBCF23BE-996F-45D1-A90A-6160DA32B73F}"/>
                  </a:ext>
                </a:extLst>
              </p:cNvPr>
              <p:cNvSpPr/>
              <p:nvPr/>
            </p:nvSpPr>
            <p:spPr>
              <a:xfrm>
                <a:off x="6309941" y="3707252"/>
                <a:ext cx="701903" cy="701903"/>
              </a:xfrm>
              <a:custGeom>
                <a:avLst/>
                <a:gdLst>
                  <a:gd name="connsiteX0" fmla="*/ 403284 w 701902"/>
                  <a:gd name="connsiteY0" fmla="*/ 49256 h 701902"/>
                  <a:gd name="connsiteX1" fmla="*/ 658800 w 701902"/>
                  <a:gd name="connsiteY1" fmla="*/ 403284 h 701902"/>
                  <a:gd name="connsiteX2" fmla="*/ 304772 w 701902"/>
                  <a:gd name="connsiteY2" fmla="*/ 658800 h 701902"/>
                  <a:gd name="connsiteX3" fmla="*/ 49256 w 701902"/>
                  <a:gd name="connsiteY3" fmla="*/ 304772 h 701902"/>
                  <a:gd name="connsiteX4" fmla="*/ 403284 w 701902"/>
                  <a:gd name="connsiteY4" fmla="*/ 49256 h 701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902" h="701902">
                    <a:moveTo>
                      <a:pt x="403284" y="49256"/>
                    </a:moveTo>
                    <a:cubicBezTo>
                      <a:pt x="571605" y="76460"/>
                      <a:pt x="686003" y="234963"/>
                      <a:pt x="658800" y="403284"/>
                    </a:cubicBezTo>
                    <a:cubicBezTo>
                      <a:pt x="631596" y="571605"/>
                      <a:pt x="473093" y="686003"/>
                      <a:pt x="304772" y="658800"/>
                    </a:cubicBezTo>
                    <a:cubicBezTo>
                      <a:pt x="136451" y="631596"/>
                      <a:pt x="22053" y="473093"/>
                      <a:pt x="49256" y="304772"/>
                    </a:cubicBezTo>
                    <a:cubicBezTo>
                      <a:pt x="76459" y="136451"/>
                      <a:pt x="234963" y="22053"/>
                      <a:pt x="403284" y="492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Freeform: Shape 129">
                <a:extLst>
                  <a:ext uri="{FF2B5EF4-FFF2-40B4-BE49-F238E27FC236}">
                    <a16:creationId xmlns:a16="http://schemas.microsoft.com/office/drawing/2014/main" id="{CB9244A2-4D73-46B0-AFDD-4DE6E8C49911}"/>
                  </a:ext>
                </a:extLst>
              </p:cNvPr>
              <p:cNvSpPr/>
              <p:nvPr/>
            </p:nvSpPr>
            <p:spPr>
              <a:xfrm>
                <a:off x="6461964" y="3851699"/>
                <a:ext cx="372886" cy="372886"/>
              </a:xfrm>
              <a:custGeom>
                <a:avLst/>
                <a:gdLst>
                  <a:gd name="connsiteX0" fmla="*/ 322587 w 372885"/>
                  <a:gd name="connsiteY0" fmla="*/ 133085 h 372885"/>
                  <a:gd name="connsiteX1" fmla="*/ 245918 w 372885"/>
                  <a:gd name="connsiteY1" fmla="*/ 322587 h 372885"/>
                  <a:gd name="connsiteX2" fmla="*/ 56417 w 372885"/>
                  <a:gd name="connsiteY2" fmla="*/ 245918 h 372885"/>
                  <a:gd name="connsiteX3" fmla="*/ 133085 w 372885"/>
                  <a:gd name="connsiteY3" fmla="*/ 56417 h 372885"/>
                  <a:gd name="connsiteX4" fmla="*/ 322587 w 372885"/>
                  <a:gd name="connsiteY4" fmla="*/ 133085 h 37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2885" h="372885">
                    <a:moveTo>
                      <a:pt x="322587" y="133085"/>
                    </a:moveTo>
                    <a:cubicBezTo>
                      <a:pt x="353745" y="206586"/>
                      <a:pt x="319419" y="291429"/>
                      <a:pt x="245918" y="322587"/>
                    </a:cubicBezTo>
                    <a:cubicBezTo>
                      <a:pt x="172418" y="353745"/>
                      <a:pt x="87575" y="319419"/>
                      <a:pt x="56417" y="245918"/>
                    </a:cubicBezTo>
                    <a:cubicBezTo>
                      <a:pt x="25259" y="172417"/>
                      <a:pt x="59584" y="87575"/>
                      <a:pt x="133085" y="56417"/>
                    </a:cubicBezTo>
                    <a:cubicBezTo>
                      <a:pt x="206586" y="25259"/>
                      <a:pt x="291429" y="59584"/>
                      <a:pt x="322587" y="1330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Freeform: Shape 130">
                <a:extLst>
                  <a:ext uri="{FF2B5EF4-FFF2-40B4-BE49-F238E27FC236}">
                    <a16:creationId xmlns:a16="http://schemas.microsoft.com/office/drawing/2014/main" id="{759C510E-7318-4F1A-BB2D-68569BCA87C7}"/>
                  </a:ext>
                </a:extLst>
              </p:cNvPr>
              <p:cNvSpPr/>
              <p:nvPr/>
            </p:nvSpPr>
            <p:spPr>
              <a:xfrm>
                <a:off x="6636465" y="4063235"/>
                <a:ext cx="647067" cy="647067"/>
              </a:xfrm>
              <a:custGeom>
                <a:avLst/>
                <a:gdLst>
                  <a:gd name="connsiteX0" fmla="*/ 328030 w 647066"/>
                  <a:gd name="connsiteY0" fmla="*/ 0 h 647066"/>
                  <a:gd name="connsiteX1" fmla="*/ 0 w 647066"/>
                  <a:gd name="connsiteY1" fmla="*/ 0 h 647066"/>
                  <a:gd name="connsiteX2" fmla="*/ 0 w 647066"/>
                  <a:gd name="connsiteY2" fmla="*/ 328030 h 647066"/>
                  <a:gd name="connsiteX3" fmla="*/ 328030 w 647066"/>
                  <a:gd name="connsiteY3" fmla="*/ 656060 h 647066"/>
                  <a:gd name="connsiteX4" fmla="*/ 656060 w 647066"/>
                  <a:gd name="connsiteY4" fmla="*/ 328030 h 647066"/>
                  <a:gd name="connsiteX5" fmla="*/ 328030 w 647066"/>
                  <a:gd name="connsiteY5" fmla="*/ 0 h 647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066" h="647066">
                    <a:moveTo>
                      <a:pt x="328030" y="0"/>
                    </a:moveTo>
                    <a:lnTo>
                      <a:pt x="0" y="0"/>
                    </a:lnTo>
                    <a:lnTo>
                      <a:pt x="0" y="328030"/>
                    </a:lnTo>
                    <a:cubicBezTo>
                      <a:pt x="0" y="509198"/>
                      <a:pt x="146862" y="656060"/>
                      <a:pt x="328030" y="656060"/>
                    </a:cubicBezTo>
                    <a:cubicBezTo>
                      <a:pt x="509198" y="656060"/>
                      <a:pt x="656060" y="509198"/>
                      <a:pt x="656060" y="328030"/>
                    </a:cubicBezTo>
                    <a:cubicBezTo>
                      <a:pt x="656060" y="146862"/>
                      <a:pt x="509198" y="0"/>
                      <a:pt x="3280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Freeform: Shape 131">
                <a:extLst>
                  <a:ext uri="{FF2B5EF4-FFF2-40B4-BE49-F238E27FC236}">
                    <a16:creationId xmlns:a16="http://schemas.microsoft.com/office/drawing/2014/main" id="{358E08C2-EB15-4511-A378-FC0AAD985156}"/>
                  </a:ext>
                </a:extLst>
              </p:cNvPr>
              <p:cNvSpPr/>
              <p:nvPr/>
            </p:nvSpPr>
            <p:spPr>
              <a:xfrm>
                <a:off x="6766975" y="4190784"/>
                <a:ext cx="383853" cy="383853"/>
              </a:xfrm>
              <a:custGeom>
                <a:avLst/>
                <a:gdLst>
                  <a:gd name="connsiteX0" fmla="*/ 394162 w 383853"/>
                  <a:gd name="connsiteY0" fmla="*/ 197081 h 383853"/>
                  <a:gd name="connsiteX1" fmla="*/ 197081 w 383853"/>
                  <a:gd name="connsiteY1" fmla="*/ 394162 h 383853"/>
                  <a:gd name="connsiteX2" fmla="*/ 0 w 383853"/>
                  <a:gd name="connsiteY2" fmla="*/ 197081 h 383853"/>
                  <a:gd name="connsiteX3" fmla="*/ 197081 w 383853"/>
                  <a:gd name="connsiteY3" fmla="*/ 0 h 383853"/>
                  <a:gd name="connsiteX4" fmla="*/ 394162 w 383853"/>
                  <a:gd name="connsiteY4" fmla="*/ 197081 h 38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3853" h="383853">
                    <a:moveTo>
                      <a:pt x="394162" y="197081"/>
                    </a:moveTo>
                    <a:cubicBezTo>
                      <a:pt x="394162" y="305926"/>
                      <a:pt x="305926" y="394162"/>
                      <a:pt x="197081" y="394162"/>
                    </a:cubicBezTo>
                    <a:cubicBezTo>
                      <a:pt x="88236" y="394162"/>
                      <a:pt x="0" y="305926"/>
                      <a:pt x="0" y="197081"/>
                    </a:cubicBezTo>
                    <a:cubicBezTo>
                      <a:pt x="0" y="88236"/>
                      <a:pt x="88236" y="0"/>
                      <a:pt x="197081" y="0"/>
                    </a:cubicBezTo>
                    <a:cubicBezTo>
                      <a:pt x="305926" y="0"/>
                      <a:pt x="394162" y="88236"/>
                      <a:pt x="394162" y="1970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14C81495-F26E-4D73-8B51-F7C27641FE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71835" y="1314298"/>
                <a:ext cx="2473548" cy="1129625"/>
              </a:xfrm>
              <a:custGeom>
                <a:avLst/>
                <a:gdLst>
                  <a:gd name="connsiteX0" fmla="*/ 0 w 2357954"/>
                  <a:gd name="connsiteY0" fmla="*/ 0 h 1129624"/>
                  <a:gd name="connsiteX1" fmla="*/ 2363658 w 2357954"/>
                  <a:gd name="connsiteY1" fmla="*/ 0 h 1129624"/>
                  <a:gd name="connsiteX2" fmla="*/ 2363658 w 2357954"/>
                  <a:gd name="connsiteY2" fmla="*/ 1137083 h 1129624"/>
                  <a:gd name="connsiteX3" fmla="*/ 0 w 2357954"/>
                  <a:gd name="connsiteY3" fmla="*/ 1137083 h 1129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7954" h="1129624">
                    <a:moveTo>
                      <a:pt x="0" y="0"/>
                    </a:moveTo>
                    <a:lnTo>
                      <a:pt x="2363658" y="0"/>
                    </a:lnTo>
                    <a:lnTo>
                      <a:pt x="2363658" y="1137083"/>
                    </a:lnTo>
                    <a:lnTo>
                      <a:pt x="0" y="1137083"/>
                    </a:lnTo>
                    <a:close/>
                  </a:path>
                </a:pathLst>
              </a:custGeom>
              <a:ln/>
            </p:spPr>
          </p:pic>
          <p:sp>
            <p:nvSpPr>
              <p:cNvPr id="85" name="Freeform: Shape 133">
                <a:extLst>
                  <a:ext uri="{FF2B5EF4-FFF2-40B4-BE49-F238E27FC236}">
                    <a16:creationId xmlns:a16="http://schemas.microsoft.com/office/drawing/2014/main" id="{D0D3D739-91A8-4C85-95D6-7F92785F1E48}"/>
                  </a:ext>
                </a:extLst>
              </p:cNvPr>
              <p:cNvSpPr/>
              <p:nvPr/>
            </p:nvSpPr>
            <p:spPr>
              <a:xfrm>
                <a:off x="6960328" y="1403681"/>
                <a:ext cx="2307396" cy="800608"/>
              </a:xfrm>
              <a:custGeom>
                <a:avLst/>
                <a:gdLst>
                  <a:gd name="connsiteX0" fmla="*/ 1630279 w 2028937"/>
                  <a:gd name="connsiteY0" fmla="*/ 804885 h 800607"/>
                  <a:gd name="connsiteX1" fmla="*/ 6251 w 2028937"/>
                  <a:gd name="connsiteY1" fmla="*/ 804885 h 800607"/>
                  <a:gd name="connsiteX2" fmla="*/ 0 w 2028937"/>
                  <a:gd name="connsiteY2" fmla="*/ 0 h 800607"/>
                  <a:gd name="connsiteX3" fmla="*/ 1630279 w 2028937"/>
                  <a:gd name="connsiteY3" fmla="*/ 0 h 800607"/>
                  <a:gd name="connsiteX4" fmla="*/ 2032776 w 2028937"/>
                  <a:gd name="connsiteY4" fmla="*/ 402168 h 800607"/>
                  <a:gd name="connsiteX5" fmla="*/ 2032776 w 2028937"/>
                  <a:gd name="connsiteY5" fmla="*/ 402168 h 800607"/>
                  <a:gd name="connsiteX6" fmla="*/ 1630498 w 2028937"/>
                  <a:gd name="connsiteY6" fmla="*/ 804885 h 800607"/>
                  <a:gd name="connsiteX7" fmla="*/ 1630279 w 2028937"/>
                  <a:gd name="connsiteY7" fmla="*/ 804885 h 800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28937" h="800607">
                    <a:moveTo>
                      <a:pt x="1630279" y="804885"/>
                    </a:moveTo>
                    <a:lnTo>
                      <a:pt x="6251" y="804885"/>
                    </a:lnTo>
                    <a:lnTo>
                      <a:pt x="0" y="0"/>
                    </a:lnTo>
                    <a:lnTo>
                      <a:pt x="1630279" y="0"/>
                    </a:lnTo>
                    <a:cubicBezTo>
                      <a:pt x="1852442" y="0"/>
                      <a:pt x="2032590" y="180004"/>
                      <a:pt x="2032776" y="402168"/>
                    </a:cubicBezTo>
                    <a:lnTo>
                      <a:pt x="2032776" y="402168"/>
                    </a:lnTo>
                    <a:cubicBezTo>
                      <a:pt x="2032897" y="624463"/>
                      <a:pt x="1852794" y="804765"/>
                      <a:pt x="1630498" y="804885"/>
                    </a:cubicBezTo>
                    <a:cubicBezTo>
                      <a:pt x="1630422" y="804885"/>
                      <a:pt x="1630356" y="804885"/>
                      <a:pt x="1630279" y="8048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Freeform: Shape 134">
                <a:extLst>
                  <a:ext uri="{FF2B5EF4-FFF2-40B4-BE49-F238E27FC236}">
                    <a16:creationId xmlns:a16="http://schemas.microsoft.com/office/drawing/2014/main" id="{864CD2BF-1A3F-4654-8EE4-0D9FC7F1C254}"/>
                  </a:ext>
                </a:extLst>
              </p:cNvPr>
              <p:cNvSpPr/>
              <p:nvPr/>
            </p:nvSpPr>
            <p:spPr>
              <a:xfrm>
                <a:off x="6413914" y="1334204"/>
                <a:ext cx="1085756" cy="1085756"/>
              </a:xfrm>
              <a:custGeom>
                <a:avLst/>
                <a:gdLst>
                  <a:gd name="connsiteX0" fmla="*/ 621396 w 1085755"/>
                  <a:gd name="connsiteY0" fmla="*/ 75319 h 1085755"/>
                  <a:gd name="connsiteX1" fmla="*/ 1016835 w 1085755"/>
                  <a:gd name="connsiteY1" fmla="*/ 621396 h 1085755"/>
                  <a:gd name="connsiteX2" fmla="*/ 470758 w 1085755"/>
                  <a:gd name="connsiteY2" fmla="*/ 1016835 h 1085755"/>
                  <a:gd name="connsiteX3" fmla="*/ 75319 w 1085755"/>
                  <a:gd name="connsiteY3" fmla="*/ 470758 h 1085755"/>
                  <a:gd name="connsiteX4" fmla="*/ 621396 w 1085755"/>
                  <a:gd name="connsiteY4" fmla="*/ 75319 h 1085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5755" h="1085755">
                    <a:moveTo>
                      <a:pt x="621396" y="75319"/>
                    </a:moveTo>
                    <a:cubicBezTo>
                      <a:pt x="881389" y="116917"/>
                      <a:pt x="1058433" y="361404"/>
                      <a:pt x="1016835" y="621396"/>
                    </a:cubicBezTo>
                    <a:cubicBezTo>
                      <a:pt x="975238" y="881389"/>
                      <a:pt x="730751" y="1058433"/>
                      <a:pt x="470758" y="1016835"/>
                    </a:cubicBezTo>
                    <a:cubicBezTo>
                      <a:pt x="210765" y="975238"/>
                      <a:pt x="33721" y="730751"/>
                      <a:pt x="75319" y="470758"/>
                    </a:cubicBezTo>
                    <a:cubicBezTo>
                      <a:pt x="116917" y="210766"/>
                      <a:pt x="361404" y="33722"/>
                      <a:pt x="621396" y="7531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Freeform: Shape 135">
                <a:extLst>
                  <a:ext uri="{FF2B5EF4-FFF2-40B4-BE49-F238E27FC236}">
                    <a16:creationId xmlns:a16="http://schemas.microsoft.com/office/drawing/2014/main" id="{2146BE21-0E93-496B-9234-F1F2B6282D13}"/>
                  </a:ext>
                </a:extLst>
              </p:cNvPr>
              <p:cNvSpPr/>
              <p:nvPr/>
            </p:nvSpPr>
            <p:spPr>
              <a:xfrm>
                <a:off x="6101484" y="1817694"/>
                <a:ext cx="1140592" cy="1316068"/>
              </a:xfrm>
              <a:custGeom>
                <a:avLst/>
                <a:gdLst>
                  <a:gd name="connsiteX0" fmla="*/ 1142018 w 1140592"/>
                  <a:gd name="connsiteY0" fmla="*/ 659240 h 1316067"/>
                  <a:gd name="connsiteX1" fmla="*/ 0 w 1140592"/>
                  <a:gd name="connsiteY1" fmla="*/ 0 h 1316067"/>
                  <a:gd name="connsiteX2" fmla="*/ 0 w 1140592"/>
                  <a:gd name="connsiteY2" fmla="*/ 1318481 h 1316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40592" h="1316067">
                    <a:moveTo>
                      <a:pt x="1142018" y="659240"/>
                    </a:moveTo>
                    <a:cubicBezTo>
                      <a:pt x="906540" y="251161"/>
                      <a:pt x="471141" y="-175"/>
                      <a:pt x="0" y="0"/>
                    </a:cubicBezTo>
                    <a:lnTo>
                      <a:pt x="0" y="1318481"/>
                    </a:lnTo>
                    <a:close/>
                  </a:path>
                </a:pathLst>
              </a:custGeom>
              <a:solidFill>
                <a:schemeClr val="accent4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Freeform: Shape 136">
                <a:extLst>
                  <a:ext uri="{FF2B5EF4-FFF2-40B4-BE49-F238E27FC236}">
                    <a16:creationId xmlns:a16="http://schemas.microsoft.com/office/drawing/2014/main" id="{F0CE15B5-3FC8-4CC4-BC57-0B649AE2BA74}"/>
                  </a:ext>
                </a:extLst>
              </p:cNvPr>
              <p:cNvSpPr/>
              <p:nvPr/>
            </p:nvSpPr>
            <p:spPr>
              <a:xfrm>
                <a:off x="6258370" y="1817158"/>
                <a:ext cx="745772" cy="745772"/>
              </a:xfrm>
              <a:custGeom>
                <a:avLst/>
                <a:gdLst>
                  <a:gd name="connsiteX0" fmla="*/ 457883 w 745771"/>
                  <a:gd name="connsiteY0" fmla="*/ 80352 h 745771"/>
                  <a:gd name="connsiteX1" fmla="*/ 674710 w 745771"/>
                  <a:gd name="connsiteY1" fmla="*/ 457883 h 745771"/>
                  <a:gd name="connsiteX2" fmla="*/ 297179 w 745771"/>
                  <a:gd name="connsiteY2" fmla="*/ 674710 h 745771"/>
                  <a:gd name="connsiteX3" fmla="*/ 80352 w 745771"/>
                  <a:gd name="connsiteY3" fmla="*/ 297179 h 745771"/>
                  <a:gd name="connsiteX4" fmla="*/ 457883 w 745771"/>
                  <a:gd name="connsiteY4" fmla="*/ 80352 h 745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5771" h="745771">
                    <a:moveTo>
                      <a:pt x="457883" y="80352"/>
                    </a:moveTo>
                    <a:cubicBezTo>
                      <a:pt x="622010" y="124729"/>
                      <a:pt x="719087" y="293755"/>
                      <a:pt x="674710" y="457883"/>
                    </a:cubicBezTo>
                    <a:cubicBezTo>
                      <a:pt x="630333" y="622010"/>
                      <a:pt x="461306" y="719087"/>
                      <a:pt x="297179" y="674710"/>
                    </a:cubicBezTo>
                    <a:cubicBezTo>
                      <a:pt x="133052" y="630333"/>
                      <a:pt x="35975" y="461307"/>
                      <a:pt x="80352" y="297179"/>
                    </a:cubicBezTo>
                    <a:cubicBezTo>
                      <a:pt x="124729" y="133052"/>
                      <a:pt x="293756" y="35975"/>
                      <a:pt x="457883" y="8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Freeform: Shape 137">
                <a:extLst>
                  <a:ext uri="{FF2B5EF4-FFF2-40B4-BE49-F238E27FC236}">
                    <a16:creationId xmlns:a16="http://schemas.microsoft.com/office/drawing/2014/main" id="{E3BE6DAD-B282-4458-8074-8FC59D880AFA}"/>
                  </a:ext>
                </a:extLst>
              </p:cNvPr>
              <p:cNvSpPr/>
              <p:nvPr/>
            </p:nvSpPr>
            <p:spPr>
              <a:xfrm>
                <a:off x="6491360" y="2050120"/>
                <a:ext cx="285148" cy="285148"/>
              </a:xfrm>
              <a:custGeom>
                <a:avLst/>
                <a:gdLst>
                  <a:gd name="connsiteX0" fmla="*/ 217160 w 285148"/>
                  <a:gd name="connsiteY0" fmla="*/ 269874 h 285148"/>
                  <a:gd name="connsiteX1" fmla="*/ 19487 w 285148"/>
                  <a:gd name="connsiteY1" fmla="*/ 217165 h 285148"/>
                  <a:gd name="connsiteX2" fmla="*/ 72206 w 285148"/>
                  <a:gd name="connsiteY2" fmla="*/ 19492 h 285148"/>
                  <a:gd name="connsiteX3" fmla="*/ 269869 w 285148"/>
                  <a:gd name="connsiteY3" fmla="*/ 72200 h 285148"/>
                  <a:gd name="connsiteX4" fmla="*/ 270022 w 285148"/>
                  <a:gd name="connsiteY4" fmla="*/ 72464 h 285148"/>
                  <a:gd name="connsiteX5" fmla="*/ 217160 w 285148"/>
                  <a:gd name="connsiteY5" fmla="*/ 269874 h 285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148" h="285148">
                    <a:moveTo>
                      <a:pt x="217160" y="269874"/>
                    </a:moveTo>
                    <a:cubicBezTo>
                      <a:pt x="148022" y="309904"/>
                      <a:pt x="59517" y="286303"/>
                      <a:pt x="19487" y="217165"/>
                    </a:cubicBezTo>
                    <a:cubicBezTo>
                      <a:pt x="-20533" y="148017"/>
                      <a:pt x="3058" y="59522"/>
                      <a:pt x="72206" y="19492"/>
                    </a:cubicBezTo>
                    <a:cubicBezTo>
                      <a:pt x="141344" y="-20539"/>
                      <a:pt x="229849" y="3063"/>
                      <a:pt x="269869" y="72200"/>
                    </a:cubicBezTo>
                    <a:cubicBezTo>
                      <a:pt x="269924" y="72288"/>
                      <a:pt x="269967" y="72376"/>
                      <a:pt x="270022" y="72464"/>
                    </a:cubicBezTo>
                    <a:cubicBezTo>
                      <a:pt x="309789" y="141590"/>
                      <a:pt x="286144" y="229865"/>
                      <a:pt x="217160" y="2698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Freeform: Shape 138">
                <a:extLst>
                  <a:ext uri="{FF2B5EF4-FFF2-40B4-BE49-F238E27FC236}">
                    <a16:creationId xmlns:a16="http://schemas.microsoft.com/office/drawing/2014/main" id="{A5612082-F0FD-440E-A88F-00E75A515A65}"/>
                  </a:ext>
                </a:extLst>
              </p:cNvPr>
              <p:cNvSpPr/>
              <p:nvPr/>
            </p:nvSpPr>
            <p:spPr>
              <a:xfrm>
                <a:off x="6636465" y="1552507"/>
                <a:ext cx="647067" cy="647067"/>
              </a:xfrm>
              <a:custGeom>
                <a:avLst/>
                <a:gdLst>
                  <a:gd name="connsiteX0" fmla="*/ 0 w 647066"/>
                  <a:gd name="connsiteY0" fmla="*/ 328030 h 647066"/>
                  <a:gd name="connsiteX1" fmla="*/ 0 w 647066"/>
                  <a:gd name="connsiteY1" fmla="*/ 656060 h 647066"/>
                  <a:gd name="connsiteX2" fmla="*/ 328030 w 647066"/>
                  <a:gd name="connsiteY2" fmla="*/ 656060 h 647066"/>
                  <a:gd name="connsiteX3" fmla="*/ 656060 w 647066"/>
                  <a:gd name="connsiteY3" fmla="*/ 328030 h 647066"/>
                  <a:gd name="connsiteX4" fmla="*/ 328030 w 647066"/>
                  <a:gd name="connsiteY4" fmla="*/ 0 h 647066"/>
                  <a:gd name="connsiteX5" fmla="*/ 0 w 647066"/>
                  <a:gd name="connsiteY5" fmla="*/ 328030 h 647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066" h="647066">
                    <a:moveTo>
                      <a:pt x="0" y="328030"/>
                    </a:moveTo>
                    <a:lnTo>
                      <a:pt x="0" y="656060"/>
                    </a:lnTo>
                    <a:lnTo>
                      <a:pt x="328030" y="656060"/>
                    </a:lnTo>
                    <a:cubicBezTo>
                      <a:pt x="509198" y="656060"/>
                      <a:pt x="656060" y="509198"/>
                      <a:pt x="656060" y="328030"/>
                    </a:cubicBezTo>
                    <a:cubicBezTo>
                      <a:pt x="656060" y="146864"/>
                      <a:pt x="509198" y="0"/>
                      <a:pt x="328030" y="0"/>
                    </a:cubicBezTo>
                    <a:cubicBezTo>
                      <a:pt x="146862" y="0"/>
                      <a:pt x="0" y="146864"/>
                      <a:pt x="0" y="3280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Freeform: Shape 139">
                <a:extLst>
                  <a:ext uri="{FF2B5EF4-FFF2-40B4-BE49-F238E27FC236}">
                    <a16:creationId xmlns:a16="http://schemas.microsoft.com/office/drawing/2014/main" id="{37A09D7A-6985-48BC-9794-7205EBE0D8AF}"/>
                  </a:ext>
                </a:extLst>
              </p:cNvPr>
              <p:cNvSpPr/>
              <p:nvPr/>
            </p:nvSpPr>
            <p:spPr>
              <a:xfrm>
                <a:off x="6734804" y="1654658"/>
                <a:ext cx="449657" cy="449657"/>
              </a:xfrm>
              <a:custGeom>
                <a:avLst/>
                <a:gdLst>
                  <a:gd name="connsiteX0" fmla="*/ 420762 w 449656"/>
                  <a:gd name="connsiteY0" fmla="*/ 194507 h 449656"/>
                  <a:gd name="connsiteX1" fmla="*/ 258002 w 449656"/>
                  <a:gd name="connsiteY1" fmla="*/ 420762 h 449656"/>
                  <a:gd name="connsiteX2" fmla="*/ 31747 w 449656"/>
                  <a:gd name="connsiteY2" fmla="*/ 258002 h 449656"/>
                  <a:gd name="connsiteX3" fmla="*/ 194507 w 449656"/>
                  <a:gd name="connsiteY3" fmla="*/ 31747 h 449656"/>
                  <a:gd name="connsiteX4" fmla="*/ 420762 w 449656"/>
                  <a:gd name="connsiteY4" fmla="*/ 194507 h 449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656" h="449656">
                    <a:moveTo>
                      <a:pt x="420762" y="194507"/>
                    </a:moveTo>
                    <a:cubicBezTo>
                      <a:pt x="438295" y="301931"/>
                      <a:pt x="365425" y="403228"/>
                      <a:pt x="258002" y="420762"/>
                    </a:cubicBezTo>
                    <a:cubicBezTo>
                      <a:pt x="150578" y="438295"/>
                      <a:pt x="49281" y="365425"/>
                      <a:pt x="31747" y="258002"/>
                    </a:cubicBezTo>
                    <a:cubicBezTo>
                      <a:pt x="14214" y="150578"/>
                      <a:pt x="87084" y="49281"/>
                      <a:pt x="194507" y="31747"/>
                    </a:cubicBezTo>
                    <a:cubicBezTo>
                      <a:pt x="301931" y="14214"/>
                      <a:pt x="403228" y="87084"/>
                      <a:pt x="420762" y="19450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Freeform: Shape 140">
                <a:extLst>
                  <a:ext uri="{FF2B5EF4-FFF2-40B4-BE49-F238E27FC236}">
                    <a16:creationId xmlns:a16="http://schemas.microsoft.com/office/drawing/2014/main" id="{41D32DB2-C973-4666-ACAA-ECDDE058C525}"/>
                  </a:ext>
                </a:extLst>
              </p:cNvPr>
              <p:cNvSpPr/>
              <p:nvPr/>
            </p:nvSpPr>
            <p:spPr>
              <a:xfrm>
                <a:off x="5185391" y="2220082"/>
                <a:ext cx="1831528" cy="1831528"/>
              </a:xfrm>
              <a:custGeom>
                <a:avLst/>
                <a:gdLst>
                  <a:gd name="connsiteX0" fmla="*/ 1832186 w 1831527"/>
                  <a:gd name="connsiteY0" fmla="*/ 916093 h 1831527"/>
                  <a:gd name="connsiteX1" fmla="*/ 916093 w 1831527"/>
                  <a:gd name="connsiteY1" fmla="*/ 1832186 h 1831527"/>
                  <a:gd name="connsiteX2" fmla="*/ 0 w 1831527"/>
                  <a:gd name="connsiteY2" fmla="*/ 916093 h 1831527"/>
                  <a:gd name="connsiteX3" fmla="*/ 916093 w 1831527"/>
                  <a:gd name="connsiteY3" fmla="*/ 0 h 1831527"/>
                  <a:gd name="connsiteX4" fmla="*/ 1832186 w 1831527"/>
                  <a:gd name="connsiteY4" fmla="*/ 916093 h 1831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1527" h="1831527">
                    <a:moveTo>
                      <a:pt x="1832186" y="916093"/>
                    </a:moveTo>
                    <a:cubicBezTo>
                      <a:pt x="1832186" y="1422037"/>
                      <a:pt x="1422037" y="1832186"/>
                      <a:pt x="916093" y="1832186"/>
                    </a:cubicBezTo>
                    <a:cubicBezTo>
                      <a:pt x="410149" y="1832186"/>
                      <a:pt x="0" y="1422037"/>
                      <a:pt x="0" y="916093"/>
                    </a:cubicBezTo>
                    <a:cubicBezTo>
                      <a:pt x="0" y="410149"/>
                      <a:pt x="410149" y="0"/>
                      <a:pt x="916093" y="0"/>
                    </a:cubicBezTo>
                    <a:cubicBezTo>
                      <a:pt x="1422037" y="0"/>
                      <a:pt x="1832186" y="410149"/>
                      <a:pt x="1832186" y="9160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Freeform: Shape 141">
                <a:extLst>
                  <a:ext uri="{FF2B5EF4-FFF2-40B4-BE49-F238E27FC236}">
                    <a16:creationId xmlns:a16="http://schemas.microsoft.com/office/drawing/2014/main" id="{258378C5-90E6-4CC2-BCE0-1542DE9468CF}"/>
                  </a:ext>
                </a:extLst>
              </p:cNvPr>
              <p:cNvSpPr/>
              <p:nvPr/>
            </p:nvSpPr>
            <p:spPr>
              <a:xfrm>
                <a:off x="5351544" y="2270312"/>
                <a:ext cx="745772" cy="438689"/>
              </a:xfrm>
              <a:custGeom>
                <a:avLst/>
                <a:gdLst>
                  <a:gd name="connsiteX0" fmla="*/ 749939 w 745771"/>
                  <a:gd name="connsiteY0" fmla="*/ 24128 h 438689"/>
                  <a:gd name="connsiteX1" fmla="*/ 749939 w 745771"/>
                  <a:gd name="connsiteY1" fmla="*/ 0 h 438689"/>
                  <a:gd name="connsiteX2" fmla="*/ 0 w 745771"/>
                  <a:gd name="connsiteY2" fmla="*/ 432877 h 438689"/>
                  <a:gd name="connsiteX3" fmla="*/ 20838 w 745771"/>
                  <a:gd name="connsiteY3" fmla="*/ 444941 h 438689"/>
                  <a:gd name="connsiteX4" fmla="*/ 749939 w 745771"/>
                  <a:gd name="connsiteY4" fmla="*/ 24128 h 43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5771" h="438689">
                    <a:moveTo>
                      <a:pt x="749939" y="24128"/>
                    </a:moveTo>
                    <a:lnTo>
                      <a:pt x="749939" y="0"/>
                    </a:lnTo>
                    <a:cubicBezTo>
                      <a:pt x="440565" y="-110"/>
                      <a:pt x="154649" y="164925"/>
                      <a:pt x="0" y="432877"/>
                    </a:cubicBezTo>
                    <a:lnTo>
                      <a:pt x="20838" y="444941"/>
                    </a:lnTo>
                    <a:cubicBezTo>
                      <a:pt x="171177" y="184414"/>
                      <a:pt x="449152" y="23974"/>
                      <a:pt x="749939" y="241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Freeform: Shape 142">
                <a:extLst>
                  <a:ext uri="{FF2B5EF4-FFF2-40B4-BE49-F238E27FC236}">
                    <a16:creationId xmlns:a16="http://schemas.microsoft.com/office/drawing/2014/main" id="{CC818A7E-64B8-4700-89B1-9460A353EA6C}"/>
                  </a:ext>
                </a:extLst>
              </p:cNvPr>
              <p:cNvSpPr/>
              <p:nvPr/>
            </p:nvSpPr>
            <p:spPr>
              <a:xfrm>
                <a:off x="5235248" y="2703189"/>
                <a:ext cx="131607" cy="866411"/>
              </a:xfrm>
              <a:custGeom>
                <a:avLst/>
                <a:gdLst>
                  <a:gd name="connsiteX0" fmla="*/ 24391 w 131606"/>
                  <a:gd name="connsiteY0" fmla="*/ 432986 h 866411"/>
                  <a:gd name="connsiteX1" fmla="*/ 136915 w 131606"/>
                  <a:gd name="connsiteY1" fmla="*/ 12064 h 866411"/>
                  <a:gd name="connsiteX2" fmla="*/ 116077 w 131606"/>
                  <a:gd name="connsiteY2" fmla="*/ 0 h 866411"/>
                  <a:gd name="connsiteX3" fmla="*/ 116077 w 131606"/>
                  <a:gd name="connsiteY3" fmla="*/ 866411 h 866411"/>
                  <a:gd name="connsiteX4" fmla="*/ 136915 w 131606"/>
                  <a:gd name="connsiteY4" fmla="*/ 854457 h 866411"/>
                  <a:gd name="connsiteX5" fmla="*/ 24391 w 131606"/>
                  <a:gd name="connsiteY5" fmla="*/ 432986 h 866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606" h="866411">
                    <a:moveTo>
                      <a:pt x="24391" y="432986"/>
                    </a:moveTo>
                    <a:cubicBezTo>
                      <a:pt x="24084" y="285203"/>
                      <a:pt x="62908" y="139975"/>
                      <a:pt x="136915" y="12064"/>
                    </a:cubicBezTo>
                    <a:lnTo>
                      <a:pt x="116077" y="0"/>
                    </a:lnTo>
                    <a:cubicBezTo>
                      <a:pt x="-38692" y="268072"/>
                      <a:pt x="-38692" y="598339"/>
                      <a:pt x="116077" y="866411"/>
                    </a:cubicBezTo>
                    <a:lnTo>
                      <a:pt x="136915" y="854457"/>
                    </a:lnTo>
                    <a:cubicBezTo>
                      <a:pt x="62820" y="726382"/>
                      <a:pt x="23996" y="580956"/>
                      <a:pt x="24391" y="43298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Freeform: Shape 143">
                <a:extLst>
                  <a:ext uri="{FF2B5EF4-FFF2-40B4-BE49-F238E27FC236}">
                    <a16:creationId xmlns:a16="http://schemas.microsoft.com/office/drawing/2014/main" id="{8325F157-2222-4A0E-9AFF-D5F307F6E7C2}"/>
                  </a:ext>
                </a:extLst>
              </p:cNvPr>
              <p:cNvSpPr/>
              <p:nvPr/>
            </p:nvSpPr>
            <p:spPr>
              <a:xfrm>
                <a:off x="5351325" y="3557207"/>
                <a:ext cx="745772" cy="438689"/>
              </a:xfrm>
              <a:custGeom>
                <a:avLst/>
                <a:gdLst>
                  <a:gd name="connsiteX0" fmla="*/ 20838 w 745771"/>
                  <a:gd name="connsiteY0" fmla="*/ 0 h 438689"/>
                  <a:gd name="connsiteX1" fmla="*/ 0 w 745771"/>
                  <a:gd name="connsiteY1" fmla="*/ 11954 h 438689"/>
                  <a:gd name="connsiteX2" fmla="*/ 749939 w 745771"/>
                  <a:gd name="connsiteY2" fmla="*/ 444831 h 438689"/>
                  <a:gd name="connsiteX3" fmla="*/ 749939 w 745771"/>
                  <a:gd name="connsiteY3" fmla="*/ 420813 h 438689"/>
                  <a:gd name="connsiteX4" fmla="*/ 20838 w 745771"/>
                  <a:gd name="connsiteY4" fmla="*/ 0 h 43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5771" h="438689">
                    <a:moveTo>
                      <a:pt x="20838" y="0"/>
                    </a:moveTo>
                    <a:lnTo>
                      <a:pt x="0" y="11954"/>
                    </a:lnTo>
                    <a:cubicBezTo>
                      <a:pt x="154616" y="279939"/>
                      <a:pt x="440554" y="444985"/>
                      <a:pt x="749939" y="444831"/>
                    </a:cubicBezTo>
                    <a:lnTo>
                      <a:pt x="749939" y="420813"/>
                    </a:lnTo>
                    <a:cubicBezTo>
                      <a:pt x="449152" y="420966"/>
                      <a:pt x="171177" y="260527"/>
                      <a:pt x="208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: Shape 144">
                <a:extLst>
                  <a:ext uri="{FF2B5EF4-FFF2-40B4-BE49-F238E27FC236}">
                    <a16:creationId xmlns:a16="http://schemas.microsoft.com/office/drawing/2014/main" id="{23113BD8-EDEB-41B2-B94D-9247E3A63D2E}"/>
                  </a:ext>
                </a:extLst>
              </p:cNvPr>
              <p:cNvSpPr/>
              <p:nvPr/>
            </p:nvSpPr>
            <p:spPr>
              <a:xfrm>
                <a:off x="6101484" y="3557207"/>
                <a:ext cx="745772" cy="438689"/>
              </a:xfrm>
              <a:custGeom>
                <a:avLst/>
                <a:gdLst>
                  <a:gd name="connsiteX0" fmla="*/ 0 w 745771"/>
                  <a:gd name="connsiteY0" fmla="*/ 420813 h 438689"/>
                  <a:gd name="connsiteX1" fmla="*/ 0 w 745771"/>
                  <a:gd name="connsiteY1" fmla="*/ 444831 h 438689"/>
                  <a:gd name="connsiteX2" fmla="*/ 749939 w 745771"/>
                  <a:gd name="connsiteY2" fmla="*/ 11954 h 438689"/>
                  <a:gd name="connsiteX3" fmla="*/ 729321 w 745771"/>
                  <a:gd name="connsiteY3" fmla="*/ 0 h 438689"/>
                  <a:gd name="connsiteX4" fmla="*/ 0 w 745771"/>
                  <a:gd name="connsiteY4" fmla="*/ 420813 h 43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5771" h="438689">
                    <a:moveTo>
                      <a:pt x="0" y="420813"/>
                    </a:moveTo>
                    <a:lnTo>
                      <a:pt x="0" y="444831"/>
                    </a:lnTo>
                    <a:cubicBezTo>
                      <a:pt x="309386" y="444985"/>
                      <a:pt x="595323" y="279939"/>
                      <a:pt x="749939" y="11954"/>
                    </a:cubicBezTo>
                    <a:lnTo>
                      <a:pt x="729321" y="0"/>
                    </a:lnTo>
                    <a:cubicBezTo>
                      <a:pt x="578894" y="260538"/>
                      <a:pt x="300842" y="420977"/>
                      <a:pt x="0" y="4208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: Shape 145">
                <a:extLst>
                  <a:ext uri="{FF2B5EF4-FFF2-40B4-BE49-F238E27FC236}">
                    <a16:creationId xmlns:a16="http://schemas.microsoft.com/office/drawing/2014/main" id="{9A6DD24B-9C5C-41E9-A863-96B54295DB90}"/>
                  </a:ext>
                </a:extLst>
              </p:cNvPr>
              <p:cNvSpPr/>
              <p:nvPr/>
            </p:nvSpPr>
            <p:spPr>
              <a:xfrm>
                <a:off x="6830695" y="2702750"/>
                <a:ext cx="131607" cy="866411"/>
              </a:xfrm>
              <a:custGeom>
                <a:avLst/>
                <a:gdLst>
                  <a:gd name="connsiteX0" fmla="*/ 20728 w 131606"/>
                  <a:gd name="connsiteY0" fmla="*/ 439 h 866411"/>
                  <a:gd name="connsiteX1" fmla="*/ 0 w 131606"/>
                  <a:gd name="connsiteY1" fmla="*/ 12503 h 866411"/>
                  <a:gd name="connsiteX2" fmla="*/ 0 w 131606"/>
                  <a:gd name="connsiteY2" fmla="*/ 854457 h 866411"/>
                  <a:gd name="connsiteX3" fmla="*/ 20728 w 131606"/>
                  <a:gd name="connsiteY3" fmla="*/ 866411 h 866411"/>
                  <a:gd name="connsiteX4" fmla="*/ 20728 w 131606"/>
                  <a:gd name="connsiteY4" fmla="*/ 0 h 866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606" h="866411">
                    <a:moveTo>
                      <a:pt x="20728" y="439"/>
                    </a:moveTo>
                    <a:lnTo>
                      <a:pt x="0" y="12503"/>
                    </a:lnTo>
                    <a:cubicBezTo>
                      <a:pt x="150175" y="273062"/>
                      <a:pt x="150175" y="593898"/>
                      <a:pt x="0" y="854457"/>
                    </a:cubicBezTo>
                    <a:lnTo>
                      <a:pt x="20728" y="866411"/>
                    </a:lnTo>
                    <a:cubicBezTo>
                      <a:pt x="175498" y="598339"/>
                      <a:pt x="175498" y="268072"/>
                      <a:pt x="207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: Shape 146">
                <a:extLst>
                  <a:ext uri="{FF2B5EF4-FFF2-40B4-BE49-F238E27FC236}">
                    <a16:creationId xmlns:a16="http://schemas.microsoft.com/office/drawing/2014/main" id="{C14A51C5-B131-4BE0-8313-85E36C97DA3E}"/>
                  </a:ext>
                </a:extLst>
              </p:cNvPr>
              <p:cNvSpPr/>
              <p:nvPr/>
            </p:nvSpPr>
            <p:spPr>
              <a:xfrm>
                <a:off x="6101593" y="2270312"/>
                <a:ext cx="745772" cy="438689"/>
              </a:xfrm>
              <a:custGeom>
                <a:avLst/>
                <a:gdLst>
                  <a:gd name="connsiteX0" fmla="*/ 729211 w 745771"/>
                  <a:gd name="connsiteY0" fmla="*/ 444941 h 438689"/>
                  <a:gd name="connsiteX1" fmla="*/ 749939 w 745771"/>
                  <a:gd name="connsiteY1" fmla="*/ 432877 h 438689"/>
                  <a:gd name="connsiteX2" fmla="*/ 0 w 745771"/>
                  <a:gd name="connsiteY2" fmla="*/ 0 h 438689"/>
                  <a:gd name="connsiteX3" fmla="*/ 0 w 745771"/>
                  <a:gd name="connsiteY3" fmla="*/ 24128 h 438689"/>
                  <a:gd name="connsiteX4" fmla="*/ 729211 w 745771"/>
                  <a:gd name="connsiteY4" fmla="*/ 444941 h 43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5771" h="438689">
                    <a:moveTo>
                      <a:pt x="729211" y="444941"/>
                    </a:moveTo>
                    <a:lnTo>
                      <a:pt x="749939" y="432877"/>
                    </a:lnTo>
                    <a:cubicBezTo>
                      <a:pt x="595290" y="164925"/>
                      <a:pt x="309374" y="-110"/>
                      <a:pt x="0" y="0"/>
                    </a:cubicBezTo>
                    <a:lnTo>
                      <a:pt x="0" y="24128"/>
                    </a:lnTo>
                    <a:cubicBezTo>
                      <a:pt x="300809" y="24007"/>
                      <a:pt x="578807" y="184436"/>
                      <a:pt x="729211" y="44494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09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5F10623-2A19-4C4B-99CA-054456D17A42}"/>
                </a:ext>
              </a:extLst>
            </p:cNvPr>
            <p:cNvGrpSpPr/>
            <p:nvPr/>
          </p:nvGrpSpPr>
          <p:grpSpPr>
            <a:xfrm>
              <a:off x="7993797" y="1407549"/>
              <a:ext cx="2267804" cy="606173"/>
              <a:chOff x="350992" y="4701648"/>
              <a:chExt cx="3025028" cy="606173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92EB46E-7781-4578-98C9-5B45272239E8}"/>
                  </a:ext>
                </a:extLst>
              </p:cNvPr>
              <p:cNvSpPr txBox="1"/>
              <p:nvPr/>
            </p:nvSpPr>
            <p:spPr>
              <a:xfrm>
                <a:off x="350992" y="5000044"/>
                <a:ext cx="30250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dirty="0" smtClean="0">
                    <a:solidFill>
                      <a:prstClr val="black"/>
                    </a:solidFill>
                    <a:latin typeface="Georgia Pro Light" panose="02040302050405020303" pitchFamily="18" charset="0"/>
                  </a:rPr>
                  <a:t>Stores integer values</a:t>
                </a: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 Pro Light" panose="02040302050405020303" pitchFamily="18" charset="0"/>
                    <a:ea typeface="+mn-ea"/>
                    <a:cs typeface="+mn-cs"/>
                  </a:rPr>
                  <a:t> 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 Pro Light" panose="02040302050405020303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15ACC5-CEB9-4A54-8FF7-81E2D09862A7}"/>
                  </a:ext>
                </a:extLst>
              </p:cNvPr>
              <p:cNvSpPr txBox="1"/>
              <p:nvPr/>
            </p:nvSpPr>
            <p:spPr>
              <a:xfrm>
                <a:off x="350992" y="4701648"/>
                <a:ext cx="30250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b="1" dirty="0" err="1" smtClean="0">
                    <a:solidFill>
                      <a:srgbClr val="ED0303">
                        <a:lumMod val="75000"/>
                      </a:srgbClr>
                    </a:solidFill>
                    <a:latin typeface="Georgia" panose="02040502050405020303" pitchFamily="18" charset="0"/>
                  </a:rPr>
                  <a:t>int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ED0303">
                      <a:lumMod val="75000"/>
                    </a:srgbClr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B622E5-F113-48D9-818D-D858DB77B061}"/>
                </a:ext>
              </a:extLst>
            </p:cNvPr>
            <p:cNvSpPr txBox="1"/>
            <p:nvPr/>
          </p:nvSpPr>
          <p:spPr>
            <a:xfrm>
              <a:off x="6794167" y="1705729"/>
              <a:ext cx="81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Georgia Pro Cond" panose="02040506050405020303" pitchFamily="18" charset="0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06EE55-7825-447F-866D-59C6D4856880}"/>
                </a:ext>
              </a:extLst>
            </p:cNvPr>
            <p:cNvSpPr txBox="1"/>
            <p:nvPr/>
          </p:nvSpPr>
          <p:spPr>
            <a:xfrm>
              <a:off x="7709066" y="3449244"/>
              <a:ext cx="81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Georgia Pro Cond" panose="02040506050405020303" pitchFamily="18" charset="0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598FF3C-FDFA-4FF2-ACF4-3222BD42F062}"/>
                </a:ext>
              </a:extLst>
            </p:cNvPr>
            <p:cNvSpPr txBox="1"/>
            <p:nvPr/>
          </p:nvSpPr>
          <p:spPr>
            <a:xfrm>
              <a:off x="6824049" y="5222746"/>
              <a:ext cx="81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Georgia Pro Cond" panose="02040506050405020303" pitchFamily="18" charset="0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A6332A-22B3-4609-A8E4-0ECBA4DDC18B}"/>
                </a:ext>
              </a:extLst>
            </p:cNvPr>
            <p:cNvSpPr txBox="1"/>
            <p:nvPr/>
          </p:nvSpPr>
          <p:spPr>
            <a:xfrm>
              <a:off x="4400799" y="5222746"/>
              <a:ext cx="81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Georgia Pro Cond" panose="02040506050405020303" pitchFamily="18" charset="0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CE3BAAD-AB28-4D89-8CA5-F068C950C1D3}"/>
                </a:ext>
              </a:extLst>
            </p:cNvPr>
            <p:cNvSpPr txBox="1"/>
            <p:nvPr/>
          </p:nvSpPr>
          <p:spPr>
            <a:xfrm>
              <a:off x="3428650" y="3466733"/>
              <a:ext cx="81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Georgia Pro Cond" panose="02040506050405020303" pitchFamily="18" charset="0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9F68A6E-DF46-4CA9-97B6-75032F20E715}"/>
                </a:ext>
              </a:extLst>
            </p:cNvPr>
            <p:cNvSpPr txBox="1"/>
            <p:nvPr/>
          </p:nvSpPr>
          <p:spPr>
            <a:xfrm>
              <a:off x="4355640" y="1696926"/>
              <a:ext cx="81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Georgia Pro Cond" panose="02040506050405020303" pitchFamily="18" charset="0"/>
                  <a:ea typeface="+mn-ea"/>
                  <a:cs typeface="+mn-cs"/>
                </a:rPr>
                <a:t>06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ABE7C3E-2E38-42D9-AE42-4F2062894F07}"/>
                </a:ext>
              </a:extLst>
            </p:cNvPr>
            <p:cNvGrpSpPr/>
            <p:nvPr/>
          </p:nvGrpSpPr>
          <p:grpSpPr>
            <a:xfrm>
              <a:off x="8936329" y="3094082"/>
              <a:ext cx="2267804" cy="606173"/>
              <a:chOff x="350992" y="4701648"/>
              <a:chExt cx="3025028" cy="606173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135DDC5-7D4C-4286-8C1B-63619452C7BD}"/>
                  </a:ext>
                </a:extLst>
              </p:cNvPr>
              <p:cNvSpPr txBox="1"/>
              <p:nvPr/>
            </p:nvSpPr>
            <p:spPr>
              <a:xfrm>
                <a:off x="350992" y="5000044"/>
                <a:ext cx="30250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 Pro Light" panose="02040302050405020303" pitchFamily="18" charset="0"/>
                    <a:ea typeface="+mn-ea"/>
                    <a:cs typeface="+mn-cs"/>
                  </a:rPr>
                  <a:t>Stores</a:t>
                </a:r>
                <a:r>
                  <a:rPr kumimoji="0" lang="en-US" sz="1400" b="0" i="0" u="none" strike="noStrike" kern="1200" cap="none" spc="0" normalizeH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 Pro Light" panose="02040302050405020303" pitchFamily="18" charset="0"/>
                    <a:ea typeface="+mn-ea"/>
                    <a:cs typeface="+mn-cs"/>
                  </a:rPr>
                  <a:t> decimal values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 Pro Light" panose="02040302050405020303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0DFD9D7-A01A-48FA-88AC-D47C063D71B7}"/>
                  </a:ext>
                </a:extLst>
              </p:cNvPr>
              <p:cNvSpPr txBox="1"/>
              <p:nvPr/>
            </p:nvSpPr>
            <p:spPr>
              <a:xfrm>
                <a:off x="350992" y="4701648"/>
                <a:ext cx="30250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b="1" dirty="0" smtClean="0">
                    <a:solidFill>
                      <a:srgbClr val="CD1305">
                        <a:lumMod val="75000"/>
                      </a:srgbClr>
                    </a:solidFill>
                    <a:latin typeface="Georgia" panose="02040502050405020303" pitchFamily="18" charset="0"/>
                  </a:rPr>
                  <a:t>double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D1305">
                      <a:lumMod val="75000"/>
                    </a:srgbClr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5D51957-067B-475C-8DE2-60202A1F31DC}"/>
                </a:ext>
              </a:extLst>
            </p:cNvPr>
            <p:cNvGrpSpPr/>
            <p:nvPr/>
          </p:nvGrpSpPr>
          <p:grpSpPr>
            <a:xfrm>
              <a:off x="8055688" y="4861689"/>
              <a:ext cx="2267804" cy="821616"/>
              <a:chOff x="350992" y="4701648"/>
              <a:chExt cx="3025028" cy="82161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E092BFD-D0BA-484A-B31D-F1348F75FDB3}"/>
                  </a:ext>
                </a:extLst>
              </p:cNvPr>
              <p:cNvSpPr txBox="1"/>
              <p:nvPr/>
            </p:nvSpPr>
            <p:spPr>
              <a:xfrm>
                <a:off x="350992" y="5000044"/>
                <a:ext cx="30250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dirty="0" smtClean="0">
                    <a:solidFill>
                      <a:prstClr val="black"/>
                    </a:solidFill>
                    <a:latin typeface="Georgia Pro Light" panose="02040302050405020303" pitchFamily="18" charset="0"/>
                  </a:rPr>
                  <a:t>Stores integer and decimal</a:t>
                </a: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 Pro Light" panose="02040302050405020303" pitchFamily="18" charset="0"/>
                    <a:ea typeface="+mn-ea"/>
                    <a:cs typeface="+mn-cs"/>
                  </a:rPr>
                  <a:t> 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 Pro Light" panose="02040302050405020303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27EBF7-7039-4691-B3B7-115BF7BC5C30}"/>
                  </a:ext>
                </a:extLst>
              </p:cNvPr>
              <p:cNvSpPr txBox="1"/>
              <p:nvPr/>
            </p:nvSpPr>
            <p:spPr>
              <a:xfrm>
                <a:off x="350992" y="4701648"/>
                <a:ext cx="30250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b="1" dirty="0" err="1" smtClean="0">
                    <a:solidFill>
                      <a:srgbClr val="ED0303">
                        <a:lumMod val="75000"/>
                      </a:srgbClr>
                    </a:solidFill>
                    <a:latin typeface="Georgia" panose="02040502050405020303" pitchFamily="18" charset="0"/>
                  </a:rPr>
                  <a:t>num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ED0303">
                      <a:lumMod val="75000"/>
                    </a:srgbClr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BF6C193-A5E4-4B07-AA32-7347B389DAEB}"/>
                </a:ext>
              </a:extLst>
            </p:cNvPr>
            <p:cNvGrpSpPr/>
            <p:nvPr/>
          </p:nvGrpSpPr>
          <p:grpSpPr>
            <a:xfrm>
              <a:off x="1698857" y="4861689"/>
              <a:ext cx="2267804" cy="821616"/>
              <a:chOff x="350992" y="4701648"/>
              <a:chExt cx="3025028" cy="821616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D4135D7-EE0F-4FF8-AAEC-DA350AD7B3AC}"/>
                  </a:ext>
                </a:extLst>
              </p:cNvPr>
              <p:cNvSpPr txBox="1"/>
              <p:nvPr/>
            </p:nvSpPr>
            <p:spPr>
              <a:xfrm>
                <a:off x="350992" y="5000044"/>
                <a:ext cx="30250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dirty="0" smtClean="0">
                    <a:solidFill>
                      <a:prstClr val="black"/>
                    </a:solidFill>
                    <a:latin typeface="Georgia Pro Light" panose="02040302050405020303" pitchFamily="18" charset="0"/>
                  </a:rPr>
                  <a:t>Used for storing Boolean values</a:t>
                </a: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 Pro Light" panose="02040302050405020303" pitchFamily="18" charset="0"/>
                    <a:ea typeface="+mn-ea"/>
                    <a:cs typeface="+mn-cs"/>
                  </a:rPr>
                  <a:t> 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 Pro Light" panose="02040302050405020303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941CBBC-A9BB-4D11-9C0C-50B93792A56A}"/>
                  </a:ext>
                </a:extLst>
              </p:cNvPr>
              <p:cNvSpPr txBox="1"/>
              <p:nvPr/>
            </p:nvSpPr>
            <p:spPr>
              <a:xfrm>
                <a:off x="350992" y="4701648"/>
                <a:ext cx="30250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b="1" dirty="0" smtClean="0">
                    <a:solidFill>
                      <a:srgbClr val="CD1305">
                        <a:lumMod val="75000"/>
                      </a:srgbClr>
                    </a:solidFill>
                    <a:latin typeface="Georgia" panose="02040502050405020303" pitchFamily="18" charset="0"/>
                  </a:rPr>
                  <a:t>bool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D1305">
                      <a:lumMod val="75000"/>
                    </a:srgbClr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CE48F09-B45C-42FD-AB42-D7AD7B006138}"/>
                </a:ext>
              </a:extLst>
            </p:cNvPr>
            <p:cNvGrpSpPr/>
            <p:nvPr/>
          </p:nvGrpSpPr>
          <p:grpSpPr>
            <a:xfrm>
              <a:off x="814704" y="3121082"/>
              <a:ext cx="2267804" cy="821616"/>
              <a:chOff x="350992" y="4701648"/>
              <a:chExt cx="3025028" cy="821616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1F189CF-6BCA-4EBB-AA77-C825174B8F84}"/>
                  </a:ext>
                </a:extLst>
              </p:cNvPr>
              <p:cNvSpPr txBox="1"/>
              <p:nvPr/>
            </p:nvSpPr>
            <p:spPr>
              <a:xfrm>
                <a:off x="350992" y="5000044"/>
                <a:ext cx="30250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noProof="0" dirty="0" smtClean="0">
                    <a:solidFill>
                      <a:prstClr val="black"/>
                    </a:solidFill>
                    <a:latin typeface="Georgia Pro Light" panose="02040302050405020303" pitchFamily="18" charset="0"/>
                  </a:rPr>
                  <a:t>Data type is inferred from data assigned</a:t>
                </a: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 Pro Light" panose="02040302050405020303" pitchFamily="18" charset="0"/>
                    <a:ea typeface="+mn-ea"/>
                    <a:cs typeface="+mn-cs"/>
                  </a:rPr>
                  <a:t> 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 Pro Light" panose="02040302050405020303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F54AF9-B34A-4AC3-B907-C3E6724C93CD}"/>
                  </a:ext>
                </a:extLst>
              </p:cNvPr>
              <p:cNvSpPr txBox="1"/>
              <p:nvPr/>
            </p:nvSpPr>
            <p:spPr>
              <a:xfrm>
                <a:off x="350992" y="4701648"/>
                <a:ext cx="30250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ED0303">
                        <a:lumMod val="75000"/>
                      </a:srgbClr>
                    </a:solidFill>
                    <a:effectLst/>
                    <a:uLnTx/>
                    <a:uFillTx/>
                    <a:latin typeface="Georgia" panose="02040502050405020303" pitchFamily="18" charset="0"/>
                    <a:ea typeface="+mn-ea"/>
                    <a:cs typeface="+mn-cs"/>
                  </a:rPr>
                  <a:t>dynamic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ED0303">
                      <a:lumMod val="75000"/>
                    </a:srgbClr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056AD7-0F01-492E-97B5-F8569E577BEE}"/>
                </a:ext>
              </a:extLst>
            </p:cNvPr>
            <p:cNvGrpSpPr/>
            <p:nvPr/>
          </p:nvGrpSpPr>
          <p:grpSpPr>
            <a:xfrm>
              <a:off x="1744311" y="1356017"/>
              <a:ext cx="2267804" cy="821616"/>
              <a:chOff x="350992" y="4701648"/>
              <a:chExt cx="3025028" cy="821616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2C8F65-28CE-4561-8555-678672CF5375}"/>
                  </a:ext>
                </a:extLst>
              </p:cNvPr>
              <p:cNvSpPr txBox="1"/>
              <p:nvPr/>
            </p:nvSpPr>
            <p:spPr>
              <a:xfrm>
                <a:off x="350992" y="5000044"/>
                <a:ext cx="30250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dirty="0" smtClean="0">
                    <a:solidFill>
                      <a:prstClr val="black"/>
                    </a:solidFill>
                    <a:latin typeface="Georgia Pro Light" panose="02040302050405020303" pitchFamily="18" charset="0"/>
                  </a:rPr>
                  <a:t>Inferred from data assigned</a:t>
                </a: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 Pro Light" panose="02040302050405020303" pitchFamily="18" charset="0"/>
                    <a:ea typeface="+mn-ea"/>
                    <a:cs typeface="+mn-cs"/>
                  </a:rPr>
                  <a:t>. 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 Pro Light" panose="02040302050405020303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E3D2342-8251-4909-9A57-5517FFDE0010}"/>
                  </a:ext>
                </a:extLst>
              </p:cNvPr>
              <p:cNvSpPr txBox="1"/>
              <p:nvPr/>
            </p:nvSpPr>
            <p:spPr>
              <a:xfrm>
                <a:off x="350992" y="4701648"/>
                <a:ext cx="30250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srgbClr val="CD1305">
                        <a:lumMod val="75000"/>
                      </a:srgbClr>
                    </a:solidFill>
                    <a:effectLst/>
                    <a:uLnTx/>
                    <a:uFillTx/>
                    <a:latin typeface="Georgia" panose="02040502050405020303" pitchFamily="18" charset="0"/>
                    <a:ea typeface="+mn-ea"/>
                    <a:cs typeface="+mn-cs"/>
                  </a:rPr>
                  <a:t>var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D1305">
                      <a:lumMod val="75000"/>
                    </a:srgbClr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D7EABD8-EA7B-40C3-B760-4A3D031BB7B8}"/>
                </a:ext>
              </a:extLst>
            </p:cNvPr>
            <p:cNvGrpSpPr/>
            <p:nvPr/>
          </p:nvGrpSpPr>
          <p:grpSpPr>
            <a:xfrm>
              <a:off x="4964149" y="3350364"/>
              <a:ext cx="2056339" cy="577742"/>
              <a:chOff x="4817168" y="3814583"/>
              <a:chExt cx="2056339" cy="577742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CBF5A0-B37C-4BC7-A9DB-16D54470FE33}"/>
                  </a:ext>
                </a:extLst>
              </p:cNvPr>
              <p:cNvSpPr txBox="1"/>
              <p:nvPr/>
            </p:nvSpPr>
            <p:spPr>
              <a:xfrm>
                <a:off x="4817168" y="3814583"/>
                <a:ext cx="20563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dirty="0" smtClean="0">
                    <a:solidFill>
                      <a:prstClr val="black"/>
                    </a:solidFill>
                    <a:latin typeface="Georgia" panose="02040502050405020303" pitchFamily="18" charset="0"/>
                  </a:rPr>
                  <a:t>Data Types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  <a:cs typeface="+mn-cs"/>
                </a:endParaRPr>
              </a:p>
            </p:txBody>
          </p:sp>
          <p:grpSp>
            <p:nvGrpSpPr>
              <p:cNvPr id="24" name="Group 1">
                <a:extLst>
                  <a:ext uri="{FF2B5EF4-FFF2-40B4-BE49-F238E27FC236}">
                    <a16:creationId xmlns:a16="http://schemas.microsoft.com/office/drawing/2014/main" id="{CB4FAFDE-BD4F-40DB-9CCE-595202132588}"/>
                  </a:ext>
                </a:extLst>
              </p:cNvPr>
              <p:cNvGrpSpPr/>
              <p:nvPr/>
            </p:nvGrpSpPr>
            <p:grpSpPr>
              <a:xfrm>
                <a:off x="5065939" y="4361411"/>
                <a:ext cx="1558797" cy="30914"/>
                <a:chOff x="10866255" y="8448874"/>
                <a:chExt cx="2738812" cy="73150"/>
              </a:xfrm>
            </p:grpSpPr>
            <p:sp>
              <p:nvSpPr>
                <p:cNvPr id="25" name="Rectangle 11">
                  <a:extLst>
                    <a:ext uri="{FF2B5EF4-FFF2-40B4-BE49-F238E27FC236}">
                      <a16:creationId xmlns:a16="http://schemas.microsoft.com/office/drawing/2014/main" id="{2D686CB5-4E04-4F1C-B365-216ACD88E2C4}"/>
                    </a:ext>
                  </a:extLst>
                </p:cNvPr>
                <p:cNvSpPr/>
                <p:nvPr/>
              </p:nvSpPr>
              <p:spPr>
                <a:xfrm flipV="1">
                  <a:off x="10866255" y="8448874"/>
                  <a:ext cx="407521" cy="7315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21899" tIns="60950" rIns="121899" bIns="6095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 12">
                  <a:extLst>
                    <a:ext uri="{FF2B5EF4-FFF2-40B4-BE49-F238E27FC236}">
                      <a16:creationId xmlns:a16="http://schemas.microsoft.com/office/drawing/2014/main" id="{BAB8C2C5-D376-4D77-9276-D671E5B05645}"/>
                    </a:ext>
                  </a:extLst>
                </p:cNvPr>
                <p:cNvSpPr/>
                <p:nvPr/>
              </p:nvSpPr>
              <p:spPr>
                <a:xfrm flipV="1">
                  <a:off x="11330497" y="8448874"/>
                  <a:ext cx="407521" cy="7315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21899" tIns="60950" rIns="121899" bIns="6095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 13">
                  <a:extLst>
                    <a:ext uri="{FF2B5EF4-FFF2-40B4-BE49-F238E27FC236}">
                      <a16:creationId xmlns:a16="http://schemas.microsoft.com/office/drawing/2014/main" id="{8F320301-3D1C-4752-A634-C4F135BDA8F1}"/>
                    </a:ext>
                  </a:extLst>
                </p:cNvPr>
                <p:cNvSpPr/>
                <p:nvPr/>
              </p:nvSpPr>
              <p:spPr>
                <a:xfrm flipV="1">
                  <a:off x="11809200" y="8448874"/>
                  <a:ext cx="407521" cy="7315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21899" tIns="60950" rIns="121899" bIns="6095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 14">
                  <a:extLst>
                    <a:ext uri="{FF2B5EF4-FFF2-40B4-BE49-F238E27FC236}">
                      <a16:creationId xmlns:a16="http://schemas.microsoft.com/office/drawing/2014/main" id="{759887ED-7047-4743-B903-84458BF9DB86}"/>
                    </a:ext>
                  </a:extLst>
                </p:cNvPr>
                <p:cNvSpPr/>
                <p:nvPr/>
              </p:nvSpPr>
              <p:spPr>
                <a:xfrm flipV="1">
                  <a:off x="12273541" y="8448874"/>
                  <a:ext cx="407521" cy="7315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21899" tIns="60950" rIns="121899" bIns="6095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 15">
                  <a:extLst>
                    <a:ext uri="{FF2B5EF4-FFF2-40B4-BE49-F238E27FC236}">
                      <a16:creationId xmlns:a16="http://schemas.microsoft.com/office/drawing/2014/main" id="{C0324DF7-BC71-40CC-8E0D-A0FBBF1D649F}"/>
                    </a:ext>
                  </a:extLst>
                </p:cNvPr>
                <p:cNvSpPr/>
                <p:nvPr/>
              </p:nvSpPr>
              <p:spPr>
                <a:xfrm flipV="1">
                  <a:off x="12737783" y="8448874"/>
                  <a:ext cx="407521" cy="7315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21899" tIns="60950" rIns="121899" bIns="6095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16">
                  <a:extLst>
                    <a:ext uri="{FF2B5EF4-FFF2-40B4-BE49-F238E27FC236}">
                      <a16:creationId xmlns:a16="http://schemas.microsoft.com/office/drawing/2014/main" id="{DBF19077-9C47-4693-97D4-37D3F1EE0CC5}"/>
                    </a:ext>
                  </a:extLst>
                </p:cNvPr>
                <p:cNvSpPr/>
                <p:nvPr/>
              </p:nvSpPr>
              <p:spPr>
                <a:xfrm flipV="1">
                  <a:off x="13197546" y="8448874"/>
                  <a:ext cx="407521" cy="7315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21899" tIns="60950" rIns="121899" bIns="6095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8093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Collections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906B3D9-32C8-4082-A66C-F8043148F43A}"/>
              </a:ext>
            </a:extLst>
          </p:cNvPr>
          <p:cNvGrpSpPr/>
          <p:nvPr/>
        </p:nvGrpSpPr>
        <p:grpSpPr>
          <a:xfrm>
            <a:off x="2122981" y="1082830"/>
            <a:ext cx="8396974" cy="5368745"/>
            <a:chOff x="2047826" y="1057778"/>
            <a:chExt cx="8396974" cy="5368745"/>
          </a:xfrm>
        </p:grpSpPr>
        <p:sp>
          <p:nvSpPr>
            <p:cNvPr id="100" name="Freeform: Shape 45">
              <a:extLst>
                <a:ext uri="{FF2B5EF4-FFF2-40B4-BE49-F238E27FC236}">
                  <a16:creationId xmlns:a16="http://schemas.microsoft.com/office/drawing/2014/main" id="{22439C93-75AA-45C7-A597-716BEEFC919D}"/>
                </a:ext>
              </a:extLst>
            </p:cNvPr>
            <p:cNvSpPr/>
            <p:nvPr/>
          </p:nvSpPr>
          <p:spPr>
            <a:xfrm rot="13993471">
              <a:off x="2015712" y="4355018"/>
              <a:ext cx="891387" cy="334770"/>
            </a:xfrm>
            <a:custGeom>
              <a:avLst/>
              <a:gdLst>
                <a:gd name="connsiteX0" fmla="*/ 627312 w 1220029"/>
                <a:gd name="connsiteY0" fmla="*/ 0 h 458196"/>
                <a:gd name="connsiteX1" fmla="*/ 1130649 w 1220029"/>
                <a:gd name="connsiteY1" fmla="*/ 76097 h 458196"/>
                <a:gd name="connsiteX2" fmla="*/ 1220029 w 1220029"/>
                <a:gd name="connsiteY2" fmla="*/ 108811 h 458196"/>
                <a:gd name="connsiteX3" fmla="*/ 1220029 w 1220029"/>
                <a:gd name="connsiteY3" fmla="*/ 441531 h 458196"/>
                <a:gd name="connsiteX4" fmla="*/ 1166686 w 1220029"/>
                <a:gd name="connsiteY4" fmla="*/ 415834 h 458196"/>
                <a:gd name="connsiteX5" fmla="*/ 627312 w 1220029"/>
                <a:gd name="connsiteY5" fmla="*/ 306939 h 458196"/>
                <a:gd name="connsiteX6" fmla="*/ 87939 w 1220029"/>
                <a:gd name="connsiteY6" fmla="*/ 415834 h 458196"/>
                <a:gd name="connsiteX7" fmla="*/ 0 w 1220029"/>
                <a:gd name="connsiteY7" fmla="*/ 458196 h 458196"/>
                <a:gd name="connsiteX8" fmla="*/ 0 w 1220029"/>
                <a:gd name="connsiteY8" fmla="*/ 121473 h 458196"/>
                <a:gd name="connsiteX9" fmla="*/ 123976 w 1220029"/>
                <a:gd name="connsiteY9" fmla="*/ 76097 h 458196"/>
                <a:gd name="connsiteX10" fmla="*/ 627312 w 1220029"/>
                <a:gd name="connsiteY10" fmla="*/ 0 h 458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20029" h="458196">
                  <a:moveTo>
                    <a:pt x="627312" y="0"/>
                  </a:moveTo>
                  <a:cubicBezTo>
                    <a:pt x="802590" y="0"/>
                    <a:pt x="971645" y="26642"/>
                    <a:pt x="1130649" y="76097"/>
                  </a:cubicBezTo>
                  <a:lnTo>
                    <a:pt x="1220029" y="108811"/>
                  </a:lnTo>
                  <a:lnTo>
                    <a:pt x="1220029" y="441531"/>
                  </a:lnTo>
                  <a:lnTo>
                    <a:pt x="1166686" y="415834"/>
                  </a:lnTo>
                  <a:cubicBezTo>
                    <a:pt x="1000904" y="345714"/>
                    <a:pt x="818636" y="306939"/>
                    <a:pt x="627312" y="306939"/>
                  </a:cubicBezTo>
                  <a:cubicBezTo>
                    <a:pt x="435988" y="306939"/>
                    <a:pt x="253720" y="345714"/>
                    <a:pt x="87939" y="415834"/>
                  </a:cubicBezTo>
                  <a:lnTo>
                    <a:pt x="0" y="458196"/>
                  </a:lnTo>
                  <a:lnTo>
                    <a:pt x="0" y="121473"/>
                  </a:lnTo>
                  <a:lnTo>
                    <a:pt x="123976" y="76097"/>
                  </a:lnTo>
                  <a:cubicBezTo>
                    <a:pt x="282979" y="26642"/>
                    <a:pt x="452034" y="0"/>
                    <a:pt x="62731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1" name="Freeform: Shape 48">
              <a:extLst>
                <a:ext uri="{FF2B5EF4-FFF2-40B4-BE49-F238E27FC236}">
                  <a16:creationId xmlns:a16="http://schemas.microsoft.com/office/drawing/2014/main" id="{3E8BA443-4EE2-4564-BB74-C1EAB345237F}"/>
                </a:ext>
              </a:extLst>
            </p:cNvPr>
            <p:cNvSpPr/>
            <p:nvPr/>
          </p:nvSpPr>
          <p:spPr>
            <a:xfrm rot="2674175">
              <a:off x="3909087" y="4800788"/>
              <a:ext cx="1056315" cy="475476"/>
            </a:xfrm>
            <a:custGeom>
              <a:avLst/>
              <a:gdLst>
                <a:gd name="connsiteX0" fmla="*/ 0 w 2396279"/>
                <a:gd name="connsiteY0" fmla="*/ 0 h 997599"/>
                <a:gd name="connsiteX1" fmla="*/ 2396279 w 2396279"/>
                <a:gd name="connsiteY1" fmla="*/ 0 h 997599"/>
                <a:gd name="connsiteX2" fmla="*/ 2396279 w 2396279"/>
                <a:gd name="connsiteY2" fmla="*/ 997599 h 997599"/>
                <a:gd name="connsiteX3" fmla="*/ 2335645 w 2396279"/>
                <a:gd name="connsiteY3" fmla="*/ 924583 h 997599"/>
                <a:gd name="connsiteX4" fmla="*/ 1198139 w 2396279"/>
                <a:gd name="connsiteY4" fmla="*/ 383529 h 997599"/>
                <a:gd name="connsiteX5" fmla="*/ 60633 w 2396279"/>
                <a:gd name="connsiteY5" fmla="*/ 924583 h 997599"/>
                <a:gd name="connsiteX6" fmla="*/ 0 w 2396279"/>
                <a:gd name="connsiteY6" fmla="*/ 997598 h 99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6279" h="997599">
                  <a:moveTo>
                    <a:pt x="0" y="0"/>
                  </a:moveTo>
                  <a:lnTo>
                    <a:pt x="2396279" y="0"/>
                  </a:lnTo>
                  <a:lnTo>
                    <a:pt x="2396279" y="997599"/>
                  </a:lnTo>
                  <a:lnTo>
                    <a:pt x="2335645" y="924583"/>
                  </a:lnTo>
                  <a:cubicBezTo>
                    <a:pt x="2026526" y="586575"/>
                    <a:pt x="1630229" y="383529"/>
                    <a:pt x="1198139" y="383529"/>
                  </a:cubicBezTo>
                  <a:cubicBezTo>
                    <a:pt x="766049" y="383529"/>
                    <a:pt x="369752" y="586575"/>
                    <a:pt x="60633" y="924583"/>
                  </a:cubicBezTo>
                  <a:lnTo>
                    <a:pt x="0" y="9975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7210" tIns="28605" rIns="57210" bIns="2860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572087">
                <a:defRPr/>
              </a:pPr>
              <a:endParaRPr lang="en-US" sz="1126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2" name="Freeform: Shape 49">
              <a:extLst>
                <a:ext uri="{FF2B5EF4-FFF2-40B4-BE49-F238E27FC236}">
                  <a16:creationId xmlns:a16="http://schemas.microsoft.com/office/drawing/2014/main" id="{CDC992E2-1E17-43E1-B66B-3460A231148F}"/>
                </a:ext>
              </a:extLst>
            </p:cNvPr>
            <p:cNvSpPr/>
            <p:nvPr/>
          </p:nvSpPr>
          <p:spPr>
            <a:xfrm rot="2674175" flipV="1">
              <a:off x="4228215" y="4476829"/>
              <a:ext cx="1056315" cy="475476"/>
            </a:xfrm>
            <a:custGeom>
              <a:avLst/>
              <a:gdLst>
                <a:gd name="connsiteX0" fmla="*/ 0 w 2396279"/>
                <a:gd name="connsiteY0" fmla="*/ 0 h 997599"/>
                <a:gd name="connsiteX1" fmla="*/ 2396279 w 2396279"/>
                <a:gd name="connsiteY1" fmla="*/ 0 h 997599"/>
                <a:gd name="connsiteX2" fmla="*/ 2396279 w 2396279"/>
                <a:gd name="connsiteY2" fmla="*/ 997599 h 997599"/>
                <a:gd name="connsiteX3" fmla="*/ 2335645 w 2396279"/>
                <a:gd name="connsiteY3" fmla="*/ 924583 h 997599"/>
                <a:gd name="connsiteX4" fmla="*/ 1198139 w 2396279"/>
                <a:gd name="connsiteY4" fmla="*/ 383529 h 997599"/>
                <a:gd name="connsiteX5" fmla="*/ 60633 w 2396279"/>
                <a:gd name="connsiteY5" fmla="*/ 924583 h 997599"/>
                <a:gd name="connsiteX6" fmla="*/ 0 w 2396279"/>
                <a:gd name="connsiteY6" fmla="*/ 997598 h 99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6279" h="997599">
                  <a:moveTo>
                    <a:pt x="0" y="0"/>
                  </a:moveTo>
                  <a:lnTo>
                    <a:pt x="2396279" y="0"/>
                  </a:lnTo>
                  <a:lnTo>
                    <a:pt x="2396279" y="997599"/>
                  </a:lnTo>
                  <a:lnTo>
                    <a:pt x="2335645" y="924583"/>
                  </a:lnTo>
                  <a:cubicBezTo>
                    <a:pt x="2026526" y="586575"/>
                    <a:pt x="1630229" y="383529"/>
                    <a:pt x="1198139" y="383529"/>
                  </a:cubicBezTo>
                  <a:cubicBezTo>
                    <a:pt x="766049" y="383529"/>
                    <a:pt x="369752" y="586575"/>
                    <a:pt x="60633" y="924583"/>
                  </a:cubicBezTo>
                  <a:lnTo>
                    <a:pt x="0" y="997598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7210" tIns="28605" rIns="57210" bIns="2860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572087">
                <a:defRPr/>
              </a:pPr>
              <a:endParaRPr lang="en-US" sz="1126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3" name="Freeform: Shape 31">
              <a:extLst>
                <a:ext uri="{FF2B5EF4-FFF2-40B4-BE49-F238E27FC236}">
                  <a16:creationId xmlns:a16="http://schemas.microsoft.com/office/drawing/2014/main" id="{F00237D6-0FF6-4CEA-951A-8D994AA9FA3B}"/>
                </a:ext>
              </a:extLst>
            </p:cNvPr>
            <p:cNvSpPr/>
            <p:nvPr/>
          </p:nvSpPr>
          <p:spPr>
            <a:xfrm rot="16688741">
              <a:off x="1769517" y="3396032"/>
              <a:ext cx="891387" cy="334770"/>
            </a:xfrm>
            <a:custGeom>
              <a:avLst/>
              <a:gdLst>
                <a:gd name="connsiteX0" fmla="*/ 627312 w 1220029"/>
                <a:gd name="connsiteY0" fmla="*/ 0 h 458196"/>
                <a:gd name="connsiteX1" fmla="*/ 1130649 w 1220029"/>
                <a:gd name="connsiteY1" fmla="*/ 76097 h 458196"/>
                <a:gd name="connsiteX2" fmla="*/ 1220029 w 1220029"/>
                <a:gd name="connsiteY2" fmla="*/ 108811 h 458196"/>
                <a:gd name="connsiteX3" fmla="*/ 1220029 w 1220029"/>
                <a:gd name="connsiteY3" fmla="*/ 441531 h 458196"/>
                <a:gd name="connsiteX4" fmla="*/ 1166686 w 1220029"/>
                <a:gd name="connsiteY4" fmla="*/ 415834 h 458196"/>
                <a:gd name="connsiteX5" fmla="*/ 627312 w 1220029"/>
                <a:gd name="connsiteY5" fmla="*/ 306939 h 458196"/>
                <a:gd name="connsiteX6" fmla="*/ 87939 w 1220029"/>
                <a:gd name="connsiteY6" fmla="*/ 415834 h 458196"/>
                <a:gd name="connsiteX7" fmla="*/ 0 w 1220029"/>
                <a:gd name="connsiteY7" fmla="*/ 458196 h 458196"/>
                <a:gd name="connsiteX8" fmla="*/ 0 w 1220029"/>
                <a:gd name="connsiteY8" fmla="*/ 121473 h 458196"/>
                <a:gd name="connsiteX9" fmla="*/ 123976 w 1220029"/>
                <a:gd name="connsiteY9" fmla="*/ 76097 h 458196"/>
                <a:gd name="connsiteX10" fmla="*/ 627312 w 1220029"/>
                <a:gd name="connsiteY10" fmla="*/ 0 h 458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20029" h="458196">
                  <a:moveTo>
                    <a:pt x="627312" y="0"/>
                  </a:moveTo>
                  <a:cubicBezTo>
                    <a:pt x="802590" y="0"/>
                    <a:pt x="971645" y="26642"/>
                    <a:pt x="1130649" y="76097"/>
                  </a:cubicBezTo>
                  <a:lnTo>
                    <a:pt x="1220029" y="108811"/>
                  </a:lnTo>
                  <a:lnTo>
                    <a:pt x="1220029" y="441531"/>
                  </a:lnTo>
                  <a:lnTo>
                    <a:pt x="1166686" y="415834"/>
                  </a:lnTo>
                  <a:cubicBezTo>
                    <a:pt x="1000904" y="345714"/>
                    <a:pt x="818636" y="306939"/>
                    <a:pt x="627312" y="306939"/>
                  </a:cubicBezTo>
                  <a:cubicBezTo>
                    <a:pt x="435988" y="306939"/>
                    <a:pt x="253720" y="345714"/>
                    <a:pt x="87939" y="415834"/>
                  </a:cubicBezTo>
                  <a:lnTo>
                    <a:pt x="0" y="458196"/>
                  </a:lnTo>
                  <a:lnTo>
                    <a:pt x="0" y="121473"/>
                  </a:lnTo>
                  <a:lnTo>
                    <a:pt x="123976" y="76097"/>
                  </a:lnTo>
                  <a:cubicBezTo>
                    <a:pt x="282979" y="26642"/>
                    <a:pt x="452034" y="0"/>
                    <a:pt x="62731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/>
                </a:gs>
                <a:gs pos="23000">
                  <a:schemeClr val="accent3"/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4" name="Freeform: Shape 34">
              <a:extLst>
                <a:ext uri="{FF2B5EF4-FFF2-40B4-BE49-F238E27FC236}">
                  <a16:creationId xmlns:a16="http://schemas.microsoft.com/office/drawing/2014/main" id="{8D55D854-9F5C-44D2-8546-6E8F2FAA0E10}"/>
                </a:ext>
              </a:extLst>
            </p:cNvPr>
            <p:cNvSpPr/>
            <p:nvPr/>
          </p:nvSpPr>
          <p:spPr>
            <a:xfrm>
              <a:off x="4537362" y="3704579"/>
              <a:ext cx="1056315" cy="475476"/>
            </a:xfrm>
            <a:custGeom>
              <a:avLst/>
              <a:gdLst>
                <a:gd name="connsiteX0" fmla="*/ 0 w 2396279"/>
                <a:gd name="connsiteY0" fmla="*/ 0 h 997599"/>
                <a:gd name="connsiteX1" fmla="*/ 2396279 w 2396279"/>
                <a:gd name="connsiteY1" fmla="*/ 0 h 997599"/>
                <a:gd name="connsiteX2" fmla="*/ 2396279 w 2396279"/>
                <a:gd name="connsiteY2" fmla="*/ 997599 h 997599"/>
                <a:gd name="connsiteX3" fmla="*/ 2335645 w 2396279"/>
                <a:gd name="connsiteY3" fmla="*/ 924583 h 997599"/>
                <a:gd name="connsiteX4" fmla="*/ 1198139 w 2396279"/>
                <a:gd name="connsiteY4" fmla="*/ 383529 h 997599"/>
                <a:gd name="connsiteX5" fmla="*/ 60633 w 2396279"/>
                <a:gd name="connsiteY5" fmla="*/ 924583 h 997599"/>
                <a:gd name="connsiteX6" fmla="*/ 0 w 2396279"/>
                <a:gd name="connsiteY6" fmla="*/ 997598 h 99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6279" h="997599">
                  <a:moveTo>
                    <a:pt x="0" y="0"/>
                  </a:moveTo>
                  <a:lnTo>
                    <a:pt x="2396279" y="0"/>
                  </a:lnTo>
                  <a:lnTo>
                    <a:pt x="2396279" y="997599"/>
                  </a:lnTo>
                  <a:lnTo>
                    <a:pt x="2335645" y="924583"/>
                  </a:lnTo>
                  <a:cubicBezTo>
                    <a:pt x="2026526" y="586575"/>
                    <a:pt x="1630229" y="383529"/>
                    <a:pt x="1198139" y="383529"/>
                  </a:cubicBezTo>
                  <a:cubicBezTo>
                    <a:pt x="766049" y="383529"/>
                    <a:pt x="369752" y="586575"/>
                    <a:pt x="60633" y="924583"/>
                  </a:cubicBezTo>
                  <a:lnTo>
                    <a:pt x="0" y="997598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7210" tIns="28605" rIns="57210" bIns="2860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572087">
                <a:defRPr/>
              </a:pPr>
              <a:endParaRPr lang="en-US" sz="1126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5" name="Freeform: Shape 35">
              <a:extLst>
                <a:ext uri="{FF2B5EF4-FFF2-40B4-BE49-F238E27FC236}">
                  <a16:creationId xmlns:a16="http://schemas.microsoft.com/office/drawing/2014/main" id="{512F7DD5-570A-459D-B197-87272E96CF61}"/>
                </a:ext>
              </a:extLst>
            </p:cNvPr>
            <p:cNvSpPr/>
            <p:nvPr/>
          </p:nvSpPr>
          <p:spPr>
            <a:xfrm flipV="1">
              <a:off x="4537362" y="3249834"/>
              <a:ext cx="1056315" cy="475476"/>
            </a:xfrm>
            <a:custGeom>
              <a:avLst/>
              <a:gdLst>
                <a:gd name="connsiteX0" fmla="*/ 0 w 2396279"/>
                <a:gd name="connsiteY0" fmla="*/ 0 h 997599"/>
                <a:gd name="connsiteX1" fmla="*/ 2396279 w 2396279"/>
                <a:gd name="connsiteY1" fmla="*/ 0 h 997599"/>
                <a:gd name="connsiteX2" fmla="*/ 2396279 w 2396279"/>
                <a:gd name="connsiteY2" fmla="*/ 997599 h 997599"/>
                <a:gd name="connsiteX3" fmla="*/ 2335645 w 2396279"/>
                <a:gd name="connsiteY3" fmla="*/ 924583 h 997599"/>
                <a:gd name="connsiteX4" fmla="*/ 1198139 w 2396279"/>
                <a:gd name="connsiteY4" fmla="*/ 383529 h 997599"/>
                <a:gd name="connsiteX5" fmla="*/ 60633 w 2396279"/>
                <a:gd name="connsiteY5" fmla="*/ 924583 h 997599"/>
                <a:gd name="connsiteX6" fmla="*/ 0 w 2396279"/>
                <a:gd name="connsiteY6" fmla="*/ 997598 h 99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6279" h="997599">
                  <a:moveTo>
                    <a:pt x="0" y="0"/>
                  </a:moveTo>
                  <a:lnTo>
                    <a:pt x="2396279" y="0"/>
                  </a:lnTo>
                  <a:lnTo>
                    <a:pt x="2396279" y="997599"/>
                  </a:lnTo>
                  <a:lnTo>
                    <a:pt x="2335645" y="924583"/>
                  </a:lnTo>
                  <a:cubicBezTo>
                    <a:pt x="2026526" y="586575"/>
                    <a:pt x="1630229" y="383529"/>
                    <a:pt x="1198139" y="383529"/>
                  </a:cubicBezTo>
                  <a:cubicBezTo>
                    <a:pt x="766049" y="383529"/>
                    <a:pt x="369752" y="586575"/>
                    <a:pt x="60633" y="924583"/>
                  </a:cubicBezTo>
                  <a:lnTo>
                    <a:pt x="0" y="99759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7210" tIns="28605" rIns="57210" bIns="2860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572087">
                <a:defRPr/>
              </a:pPr>
              <a:endParaRPr lang="en-US" sz="1126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6" name="Freeform: Shape 30">
              <a:extLst>
                <a:ext uri="{FF2B5EF4-FFF2-40B4-BE49-F238E27FC236}">
                  <a16:creationId xmlns:a16="http://schemas.microsoft.com/office/drawing/2014/main" id="{AB64835E-E987-4415-8689-555F2CBC7911}"/>
                </a:ext>
              </a:extLst>
            </p:cNvPr>
            <p:cNvSpPr/>
            <p:nvPr/>
          </p:nvSpPr>
          <p:spPr>
            <a:xfrm rot="19605597">
              <a:off x="2249756" y="2587839"/>
              <a:ext cx="891387" cy="334770"/>
            </a:xfrm>
            <a:custGeom>
              <a:avLst/>
              <a:gdLst>
                <a:gd name="connsiteX0" fmla="*/ 627312 w 1220029"/>
                <a:gd name="connsiteY0" fmla="*/ 0 h 458196"/>
                <a:gd name="connsiteX1" fmla="*/ 1130649 w 1220029"/>
                <a:gd name="connsiteY1" fmla="*/ 76097 h 458196"/>
                <a:gd name="connsiteX2" fmla="*/ 1220029 w 1220029"/>
                <a:gd name="connsiteY2" fmla="*/ 108811 h 458196"/>
                <a:gd name="connsiteX3" fmla="*/ 1220029 w 1220029"/>
                <a:gd name="connsiteY3" fmla="*/ 441531 h 458196"/>
                <a:gd name="connsiteX4" fmla="*/ 1166686 w 1220029"/>
                <a:gd name="connsiteY4" fmla="*/ 415834 h 458196"/>
                <a:gd name="connsiteX5" fmla="*/ 627312 w 1220029"/>
                <a:gd name="connsiteY5" fmla="*/ 306939 h 458196"/>
                <a:gd name="connsiteX6" fmla="*/ 87939 w 1220029"/>
                <a:gd name="connsiteY6" fmla="*/ 415834 h 458196"/>
                <a:gd name="connsiteX7" fmla="*/ 0 w 1220029"/>
                <a:gd name="connsiteY7" fmla="*/ 458196 h 458196"/>
                <a:gd name="connsiteX8" fmla="*/ 0 w 1220029"/>
                <a:gd name="connsiteY8" fmla="*/ 121473 h 458196"/>
                <a:gd name="connsiteX9" fmla="*/ 123976 w 1220029"/>
                <a:gd name="connsiteY9" fmla="*/ 76097 h 458196"/>
                <a:gd name="connsiteX10" fmla="*/ 627312 w 1220029"/>
                <a:gd name="connsiteY10" fmla="*/ 0 h 458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20029" h="458196">
                  <a:moveTo>
                    <a:pt x="627312" y="0"/>
                  </a:moveTo>
                  <a:cubicBezTo>
                    <a:pt x="802590" y="0"/>
                    <a:pt x="971645" y="26642"/>
                    <a:pt x="1130649" y="76097"/>
                  </a:cubicBezTo>
                  <a:lnTo>
                    <a:pt x="1220029" y="108811"/>
                  </a:lnTo>
                  <a:lnTo>
                    <a:pt x="1220029" y="441531"/>
                  </a:lnTo>
                  <a:lnTo>
                    <a:pt x="1166686" y="415834"/>
                  </a:lnTo>
                  <a:cubicBezTo>
                    <a:pt x="1000904" y="345714"/>
                    <a:pt x="818636" y="306939"/>
                    <a:pt x="627312" y="306939"/>
                  </a:cubicBezTo>
                  <a:cubicBezTo>
                    <a:pt x="435988" y="306939"/>
                    <a:pt x="253720" y="345714"/>
                    <a:pt x="87939" y="415834"/>
                  </a:cubicBezTo>
                  <a:lnTo>
                    <a:pt x="0" y="458196"/>
                  </a:lnTo>
                  <a:lnTo>
                    <a:pt x="0" y="121473"/>
                  </a:lnTo>
                  <a:lnTo>
                    <a:pt x="123976" y="76097"/>
                  </a:lnTo>
                  <a:cubicBezTo>
                    <a:pt x="282979" y="26642"/>
                    <a:pt x="452034" y="0"/>
                    <a:pt x="62731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/>
              <a:endParaRPr lang="en-US" sz="1333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7" name="Flowchart: Terminator 19">
              <a:extLst>
                <a:ext uri="{FF2B5EF4-FFF2-40B4-BE49-F238E27FC236}">
                  <a16:creationId xmlns:a16="http://schemas.microsoft.com/office/drawing/2014/main" id="{9817EB4C-A5C9-411A-9E0F-6B9B74CA3007}"/>
                </a:ext>
              </a:extLst>
            </p:cNvPr>
            <p:cNvSpPr/>
            <p:nvPr/>
          </p:nvSpPr>
          <p:spPr>
            <a:xfrm>
              <a:off x="2284203" y="1524395"/>
              <a:ext cx="1281021" cy="329488"/>
            </a:xfrm>
            <a:prstGeom prst="flowChartTerminator">
              <a:avLst/>
            </a:pr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333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8" name="Freeform: Shape 11">
              <a:extLst>
                <a:ext uri="{FF2B5EF4-FFF2-40B4-BE49-F238E27FC236}">
                  <a16:creationId xmlns:a16="http://schemas.microsoft.com/office/drawing/2014/main" id="{C2099296-432B-44EE-B7A0-42C03555BB2A}"/>
                </a:ext>
              </a:extLst>
            </p:cNvPr>
            <p:cNvSpPr/>
            <p:nvPr/>
          </p:nvSpPr>
          <p:spPr>
            <a:xfrm rot="18918125">
              <a:off x="4228666" y="2536767"/>
              <a:ext cx="1056315" cy="475476"/>
            </a:xfrm>
            <a:custGeom>
              <a:avLst/>
              <a:gdLst>
                <a:gd name="connsiteX0" fmla="*/ 0 w 2396279"/>
                <a:gd name="connsiteY0" fmla="*/ 0 h 997599"/>
                <a:gd name="connsiteX1" fmla="*/ 2396279 w 2396279"/>
                <a:gd name="connsiteY1" fmla="*/ 0 h 997599"/>
                <a:gd name="connsiteX2" fmla="*/ 2396279 w 2396279"/>
                <a:gd name="connsiteY2" fmla="*/ 997599 h 997599"/>
                <a:gd name="connsiteX3" fmla="*/ 2335645 w 2396279"/>
                <a:gd name="connsiteY3" fmla="*/ 924583 h 997599"/>
                <a:gd name="connsiteX4" fmla="*/ 1198139 w 2396279"/>
                <a:gd name="connsiteY4" fmla="*/ 383529 h 997599"/>
                <a:gd name="connsiteX5" fmla="*/ 60633 w 2396279"/>
                <a:gd name="connsiteY5" fmla="*/ 924583 h 997599"/>
                <a:gd name="connsiteX6" fmla="*/ 0 w 2396279"/>
                <a:gd name="connsiteY6" fmla="*/ 997598 h 99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6279" h="997599">
                  <a:moveTo>
                    <a:pt x="0" y="0"/>
                  </a:moveTo>
                  <a:lnTo>
                    <a:pt x="2396279" y="0"/>
                  </a:lnTo>
                  <a:lnTo>
                    <a:pt x="2396279" y="997599"/>
                  </a:lnTo>
                  <a:lnTo>
                    <a:pt x="2335645" y="924583"/>
                  </a:lnTo>
                  <a:cubicBezTo>
                    <a:pt x="2026526" y="586575"/>
                    <a:pt x="1630229" y="383529"/>
                    <a:pt x="1198139" y="383529"/>
                  </a:cubicBezTo>
                  <a:cubicBezTo>
                    <a:pt x="766049" y="383529"/>
                    <a:pt x="369752" y="586575"/>
                    <a:pt x="60633" y="924583"/>
                  </a:cubicBezTo>
                  <a:lnTo>
                    <a:pt x="0" y="99759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7210" tIns="28605" rIns="57210" bIns="2860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572087">
                <a:defRPr/>
              </a:pPr>
              <a:endParaRPr lang="en-US" sz="1126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9" name="Freeform: Shape 12">
              <a:extLst>
                <a:ext uri="{FF2B5EF4-FFF2-40B4-BE49-F238E27FC236}">
                  <a16:creationId xmlns:a16="http://schemas.microsoft.com/office/drawing/2014/main" id="{1C4BD2ED-0418-460E-A470-E66C61F306DA}"/>
                </a:ext>
              </a:extLst>
            </p:cNvPr>
            <p:cNvSpPr/>
            <p:nvPr/>
          </p:nvSpPr>
          <p:spPr>
            <a:xfrm rot="18918125" flipV="1">
              <a:off x="3908812" y="2213521"/>
              <a:ext cx="1056315" cy="475476"/>
            </a:xfrm>
            <a:custGeom>
              <a:avLst/>
              <a:gdLst>
                <a:gd name="connsiteX0" fmla="*/ 0 w 2396279"/>
                <a:gd name="connsiteY0" fmla="*/ 0 h 997599"/>
                <a:gd name="connsiteX1" fmla="*/ 2396279 w 2396279"/>
                <a:gd name="connsiteY1" fmla="*/ 0 h 997599"/>
                <a:gd name="connsiteX2" fmla="*/ 2396279 w 2396279"/>
                <a:gd name="connsiteY2" fmla="*/ 997599 h 997599"/>
                <a:gd name="connsiteX3" fmla="*/ 2335645 w 2396279"/>
                <a:gd name="connsiteY3" fmla="*/ 924583 h 997599"/>
                <a:gd name="connsiteX4" fmla="*/ 1198139 w 2396279"/>
                <a:gd name="connsiteY4" fmla="*/ 383529 h 997599"/>
                <a:gd name="connsiteX5" fmla="*/ 60633 w 2396279"/>
                <a:gd name="connsiteY5" fmla="*/ 924583 h 997599"/>
                <a:gd name="connsiteX6" fmla="*/ 0 w 2396279"/>
                <a:gd name="connsiteY6" fmla="*/ 997598 h 99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6279" h="997599">
                  <a:moveTo>
                    <a:pt x="0" y="0"/>
                  </a:moveTo>
                  <a:lnTo>
                    <a:pt x="2396279" y="0"/>
                  </a:lnTo>
                  <a:lnTo>
                    <a:pt x="2396279" y="997599"/>
                  </a:lnTo>
                  <a:lnTo>
                    <a:pt x="2335645" y="924583"/>
                  </a:lnTo>
                  <a:cubicBezTo>
                    <a:pt x="2026526" y="586575"/>
                    <a:pt x="1630229" y="383529"/>
                    <a:pt x="1198139" y="383529"/>
                  </a:cubicBezTo>
                  <a:cubicBezTo>
                    <a:pt x="766049" y="383529"/>
                    <a:pt x="369752" y="586575"/>
                    <a:pt x="60633" y="924583"/>
                  </a:cubicBezTo>
                  <a:lnTo>
                    <a:pt x="0" y="9975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7210" tIns="28605" rIns="57210" bIns="2860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572087">
                <a:defRPr/>
              </a:pPr>
              <a:endParaRPr lang="en-US" sz="1126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B512598B-4199-4825-9445-38101E5AA99B}"/>
                </a:ext>
              </a:extLst>
            </p:cNvPr>
            <p:cNvSpPr/>
            <p:nvPr/>
          </p:nvSpPr>
          <p:spPr>
            <a:xfrm>
              <a:off x="2242210" y="2551820"/>
              <a:ext cx="2383217" cy="2383217"/>
            </a:xfrm>
            <a:prstGeom prst="ellipse">
              <a:avLst/>
            </a:prstGeom>
            <a:gradFill>
              <a:gsLst>
                <a:gs pos="0">
                  <a:srgbClr val="F4F4F4"/>
                </a:gs>
                <a:gs pos="61000">
                  <a:srgbClr val="D5DDE0"/>
                </a:gs>
                <a:gs pos="83000">
                  <a:srgbClr val="CBD4D9"/>
                </a:gs>
                <a:gs pos="100000">
                  <a:srgbClr val="9DA6A9"/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317500" dist="241300" dir="4440000" sx="108000" sy="108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FDCF97B8-949F-4B5A-A6F5-0A6B5F8EE6DD}"/>
                </a:ext>
              </a:extLst>
            </p:cNvPr>
            <p:cNvSpPr/>
            <p:nvPr/>
          </p:nvSpPr>
          <p:spPr>
            <a:xfrm>
              <a:off x="2279076" y="2588686"/>
              <a:ext cx="2309485" cy="2309485"/>
            </a:xfrm>
            <a:prstGeom prst="ellipse">
              <a:avLst/>
            </a:prstGeom>
            <a:solidFill>
              <a:srgbClr val="F2F6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9E416A69-A049-4602-9B0A-BF09D0200386}"/>
                </a:ext>
              </a:extLst>
            </p:cNvPr>
            <p:cNvSpPr/>
            <p:nvPr/>
          </p:nvSpPr>
          <p:spPr>
            <a:xfrm>
              <a:off x="4646435" y="1057778"/>
              <a:ext cx="1513318" cy="1513318"/>
            </a:xfrm>
            <a:prstGeom prst="ellipse">
              <a:avLst/>
            </a:prstGeom>
            <a:gradFill>
              <a:gsLst>
                <a:gs pos="0">
                  <a:srgbClr val="F4F4F4"/>
                </a:gs>
                <a:gs pos="61000">
                  <a:srgbClr val="D5DDE0"/>
                </a:gs>
                <a:gs pos="83000">
                  <a:srgbClr val="CBD4D9"/>
                </a:gs>
                <a:gs pos="100000">
                  <a:srgbClr val="9DA6A9"/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317500" dist="241300" dir="4440000" sx="108000" sy="108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8B263B43-C204-465C-8AA7-D57B955E4518}"/>
                </a:ext>
              </a:extLst>
            </p:cNvPr>
            <p:cNvSpPr/>
            <p:nvPr/>
          </p:nvSpPr>
          <p:spPr>
            <a:xfrm>
              <a:off x="4669844" y="1081187"/>
              <a:ext cx="1466500" cy="1466500"/>
            </a:xfrm>
            <a:prstGeom prst="ellipse">
              <a:avLst/>
            </a:prstGeom>
            <a:solidFill>
              <a:srgbClr val="F2F6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3530DF80-5237-4639-AE46-F0033135F021}"/>
                </a:ext>
              </a:extLst>
            </p:cNvPr>
            <p:cNvSpPr/>
            <p:nvPr/>
          </p:nvSpPr>
          <p:spPr>
            <a:xfrm>
              <a:off x="4846910" y="1263546"/>
              <a:ext cx="1096492" cy="1096492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D2CFD5A-4F16-48B4-8886-817240576B68}"/>
                </a:ext>
              </a:extLst>
            </p:cNvPr>
            <p:cNvSpPr/>
            <p:nvPr/>
          </p:nvSpPr>
          <p:spPr>
            <a:xfrm>
              <a:off x="4850668" y="1284812"/>
              <a:ext cx="1062572" cy="1062572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92BE018-8958-4DB4-B725-472C8EDCE759}"/>
                </a:ext>
              </a:extLst>
            </p:cNvPr>
            <p:cNvSpPr/>
            <p:nvPr/>
          </p:nvSpPr>
          <p:spPr>
            <a:xfrm>
              <a:off x="5013578" y="1459732"/>
              <a:ext cx="760725" cy="334768"/>
            </a:xfrm>
            <a:prstGeom prst="rect">
              <a:avLst/>
            </a:prstGeom>
            <a:noFill/>
          </p:spPr>
          <p:txBody>
            <a:bodyPr wrap="square" lIns="57210" tIns="28605" rIns="57210" bIns="28605">
              <a:spAutoFit/>
            </a:bodyPr>
            <a:lstStyle/>
            <a:p>
              <a:pPr algn="ctr" defTabSz="286044">
                <a:defRPr/>
              </a:pPr>
              <a:r>
                <a:rPr lang="en-US" spc="-94" dirty="0" smtClean="0">
                  <a:ln w="0"/>
                  <a:solidFill>
                    <a:prstClr val="white"/>
                  </a:solidFill>
                  <a:effectLst>
                    <a:outerShdw blurRad="63500" dist="88900" dir="2700000" sx="108000" sy="108000" algn="tl" rotWithShape="0">
                      <a:prstClr val="black">
                        <a:alpha val="44000"/>
                      </a:prstClr>
                    </a:outerShdw>
                  </a:effectLst>
                  <a:latin typeface="Georgia" panose="02040502050405020303" pitchFamily="18" charset="0"/>
                  <a:ea typeface="Cambria" panose="02040503050406030204" pitchFamily="18" charset="0"/>
                </a:rPr>
                <a:t>List</a:t>
              </a:r>
              <a:endParaRPr lang="en-US" spc="-94" dirty="0">
                <a:ln w="0"/>
                <a:solidFill>
                  <a:prstClr val="white"/>
                </a:solidFill>
                <a:effectLst>
                  <a:outerShdw blurRad="63500" dist="88900" dir="2700000" sx="108000" sy="108000" algn="tl" rotWithShape="0">
                    <a:prstClr val="black">
                      <a:alpha val="44000"/>
                    </a:prstClr>
                  </a:outerShdw>
                </a:effectLst>
                <a:latin typeface="Georgia" panose="02040502050405020303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3678121-19B4-46D9-B7B4-CB07FD673239}"/>
                </a:ext>
              </a:extLst>
            </p:cNvPr>
            <p:cNvSpPr/>
            <p:nvPr/>
          </p:nvSpPr>
          <p:spPr>
            <a:xfrm>
              <a:off x="4960509" y="1690701"/>
              <a:ext cx="875477" cy="550211"/>
            </a:xfrm>
            <a:prstGeom prst="rect">
              <a:avLst/>
            </a:prstGeom>
            <a:noFill/>
          </p:spPr>
          <p:txBody>
            <a:bodyPr wrap="square" lIns="57210" tIns="28605" rIns="57210" bIns="28605">
              <a:spAutoFit/>
            </a:bodyPr>
            <a:lstStyle/>
            <a:p>
              <a:pPr algn="ctr" defTabSz="286044">
                <a:defRPr/>
              </a:pPr>
              <a:r>
                <a:rPr lang="en-US" sz="3200" dirty="0">
                  <a:ln w="0"/>
                  <a:solidFill>
                    <a:prstClr val="white"/>
                  </a:solidFill>
                  <a:effectLst>
                    <a:outerShdw blurRad="63500" dist="88900" dir="2700000" sx="108000" sy="108000" algn="tl" rotWithShape="0">
                      <a:prstClr val="black">
                        <a:alpha val="44000"/>
                      </a:prstClr>
                    </a:outerShdw>
                  </a:effectLst>
                  <a:latin typeface="Georgia Pro Cond" panose="02040506050405020303" pitchFamily="18" charset="0"/>
                  <a:ea typeface="Cambria" panose="02040503050406030204" pitchFamily="18" charset="0"/>
                </a:rPr>
                <a:t>01</a:t>
              </a:r>
            </a:p>
          </p:txBody>
        </p:sp>
        <p:sp>
          <p:nvSpPr>
            <p:cNvPr id="118" name="Flowchart: Terminator 32">
              <a:extLst>
                <a:ext uri="{FF2B5EF4-FFF2-40B4-BE49-F238E27FC236}">
                  <a16:creationId xmlns:a16="http://schemas.microsoft.com/office/drawing/2014/main" id="{DB43D532-9889-46FE-976E-B227E6AEA686}"/>
                </a:ext>
              </a:extLst>
            </p:cNvPr>
            <p:cNvSpPr/>
            <p:nvPr/>
          </p:nvSpPr>
          <p:spPr>
            <a:xfrm>
              <a:off x="5940052" y="2520937"/>
              <a:ext cx="1281021" cy="329488"/>
            </a:xfrm>
            <a:prstGeom prst="flowChartTerminator">
              <a:avLst/>
            </a:prstGeom>
            <a:gradFill flip="none" rotWithShape="1">
              <a:gsLst>
                <a:gs pos="0">
                  <a:schemeClr val="accent3"/>
                </a:gs>
                <a:gs pos="23000">
                  <a:schemeClr val="accent3"/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61970"/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5FABB0C-9F2D-41A8-A873-284567A6A3A2}"/>
                </a:ext>
              </a:extLst>
            </p:cNvPr>
            <p:cNvSpPr/>
            <p:nvPr/>
          </p:nvSpPr>
          <p:spPr>
            <a:xfrm>
              <a:off x="5449256" y="2936514"/>
              <a:ext cx="1560130" cy="1560130"/>
            </a:xfrm>
            <a:prstGeom prst="ellipse">
              <a:avLst/>
            </a:prstGeom>
            <a:gradFill>
              <a:gsLst>
                <a:gs pos="0">
                  <a:srgbClr val="F4F4F4"/>
                </a:gs>
                <a:gs pos="61000">
                  <a:srgbClr val="D5DDE0"/>
                </a:gs>
                <a:gs pos="83000">
                  <a:srgbClr val="CBD4D9"/>
                </a:gs>
                <a:gs pos="100000">
                  <a:srgbClr val="9DA6A9"/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317500" dist="241300" dir="4440000" sx="108000" sy="108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70E67FBA-4F5B-4A93-A2B1-3A57F169C37E}"/>
                </a:ext>
              </a:extLst>
            </p:cNvPr>
            <p:cNvSpPr/>
            <p:nvPr/>
          </p:nvSpPr>
          <p:spPr>
            <a:xfrm>
              <a:off x="5473390" y="2960648"/>
              <a:ext cx="1511863" cy="1511863"/>
            </a:xfrm>
            <a:prstGeom prst="ellipse">
              <a:avLst/>
            </a:prstGeom>
            <a:solidFill>
              <a:srgbClr val="F2F6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BF4D3D70-A1C8-4410-B863-27C3A52E52B9}"/>
                </a:ext>
              </a:extLst>
            </p:cNvPr>
            <p:cNvSpPr/>
            <p:nvPr/>
          </p:nvSpPr>
          <p:spPr>
            <a:xfrm>
              <a:off x="5656179" y="3148729"/>
              <a:ext cx="1130410" cy="1130410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23000">
                  <a:schemeClr val="accent3"/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61970"/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D6D91BE-D72C-49C9-B0CB-49D2D938C740}"/>
                </a:ext>
              </a:extLst>
            </p:cNvPr>
            <p:cNvSpPr/>
            <p:nvPr/>
          </p:nvSpPr>
          <p:spPr>
            <a:xfrm>
              <a:off x="5845068" y="3308114"/>
              <a:ext cx="784257" cy="334768"/>
            </a:xfrm>
            <a:prstGeom prst="rect">
              <a:avLst/>
            </a:prstGeom>
            <a:noFill/>
          </p:spPr>
          <p:txBody>
            <a:bodyPr wrap="square" lIns="57210" tIns="28605" rIns="57210" bIns="28605">
              <a:spAutoFit/>
            </a:bodyPr>
            <a:lstStyle/>
            <a:p>
              <a:pPr algn="ctr" defTabSz="286044">
                <a:defRPr/>
              </a:pPr>
              <a:r>
                <a:rPr lang="en-US" spc="-94" dirty="0" smtClean="0">
                  <a:ln w="0"/>
                  <a:solidFill>
                    <a:prstClr val="white"/>
                  </a:solidFill>
                  <a:effectLst>
                    <a:outerShdw blurRad="63500" dist="88900" dir="2700000" sx="108000" sy="108000" algn="tl" rotWithShape="0">
                      <a:prstClr val="black">
                        <a:alpha val="44000"/>
                      </a:prstClr>
                    </a:outerShdw>
                  </a:effectLst>
                  <a:latin typeface="Georgia" panose="02040502050405020303" pitchFamily="18" charset="0"/>
                  <a:ea typeface="Cambria" panose="02040503050406030204" pitchFamily="18" charset="0"/>
                </a:rPr>
                <a:t>Set</a:t>
              </a:r>
              <a:endParaRPr lang="en-US" spc="-94" dirty="0">
                <a:ln w="0"/>
                <a:solidFill>
                  <a:prstClr val="white"/>
                </a:solidFill>
                <a:effectLst>
                  <a:outerShdw blurRad="63500" dist="88900" dir="2700000" sx="108000" sy="108000" algn="tl" rotWithShape="0">
                    <a:prstClr val="black">
                      <a:alpha val="44000"/>
                    </a:prstClr>
                  </a:outerShdw>
                </a:effectLst>
                <a:latin typeface="Georgia" panose="02040502050405020303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9667BCC-8C62-46CD-9916-0813A75815D9}"/>
                </a:ext>
              </a:extLst>
            </p:cNvPr>
            <p:cNvSpPr/>
            <p:nvPr/>
          </p:nvSpPr>
          <p:spPr>
            <a:xfrm>
              <a:off x="5773196" y="3551421"/>
              <a:ext cx="902558" cy="550211"/>
            </a:xfrm>
            <a:prstGeom prst="rect">
              <a:avLst/>
            </a:prstGeom>
            <a:noFill/>
          </p:spPr>
          <p:txBody>
            <a:bodyPr wrap="square" lIns="57210" tIns="28605" rIns="57210" bIns="28605">
              <a:spAutoFit/>
            </a:bodyPr>
            <a:lstStyle/>
            <a:p>
              <a:pPr algn="ctr" defTabSz="286044">
                <a:defRPr/>
              </a:pPr>
              <a:r>
                <a:rPr lang="en-US" sz="3200" dirty="0">
                  <a:ln w="0"/>
                  <a:solidFill>
                    <a:prstClr val="white"/>
                  </a:solidFill>
                  <a:effectLst>
                    <a:outerShdw blurRad="63500" dist="88900" dir="2700000" sx="108000" sy="108000" algn="tl" rotWithShape="0">
                      <a:prstClr val="black">
                        <a:alpha val="44000"/>
                      </a:prstClr>
                    </a:outerShdw>
                  </a:effectLst>
                  <a:latin typeface="Georgia Pro Cond" panose="02040506050405020303" pitchFamily="18" charset="0"/>
                  <a:ea typeface="Cambria" panose="02040503050406030204" pitchFamily="18" charset="0"/>
                </a:rPr>
                <a:t>02</a:t>
              </a:r>
            </a:p>
          </p:txBody>
        </p:sp>
        <p:sp>
          <p:nvSpPr>
            <p:cNvPr id="124" name="Flowchart: Terminator 46">
              <a:extLst>
                <a:ext uri="{FF2B5EF4-FFF2-40B4-BE49-F238E27FC236}">
                  <a16:creationId xmlns:a16="http://schemas.microsoft.com/office/drawing/2014/main" id="{F774E879-7096-4212-BA37-850E80050D93}"/>
                </a:ext>
              </a:extLst>
            </p:cNvPr>
            <p:cNvSpPr/>
            <p:nvPr/>
          </p:nvSpPr>
          <p:spPr>
            <a:xfrm>
              <a:off x="2366679" y="5478245"/>
              <a:ext cx="1281021" cy="329488"/>
            </a:xfrm>
            <a:prstGeom prst="flowChartTerminator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333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EB1ACFF2-633E-4798-A3B1-A912A205E76D}"/>
                </a:ext>
              </a:extLst>
            </p:cNvPr>
            <p:cNvSpPr/>
            <p:nvPr/>
          </p:nvSpPr>
          <p:spPr>
            <a:xfrm>
              <a:off x="4643084" y="4913205"/>
              <a:ext cx="1513318" cy="1513318"/>
            </a:xfrm>
            <a:prstGeom prst="ellipse">
              <a:avLst/>
            </a:prstGeom>
            <a:gradFill>
              <a:gsLst>
                <a:gs pos="0">
                  <a:srgbClr val="F4F4F4"/>
                </a:gs>
                <a:gs pos="61000">
                  <a:srgbClr val="D5DDE0"/>
                </a:gs>
                <a:gs pos="83000">
                  <a:srgbClr val="CBD4D9"/>
                </a:gs>
                <a:gs pos="100000">
                  <a:srgbClr val="9DA6A9"/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317500" dist="241300" dir="4440000" sx="108000" sy="108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C9BA6933-556E-4116-909E-87E780C5E163}"/>
                </a:ext>
              </a:extLst>
            </p:cNvPr>
            <p:cNvSpPr/>
            <p:nvPr/>
          </p:nvSpPr>
          <p:spPr>
            <a:xfrm>
              <a:off x="4666493" y="4936614"/>
              <a:ext cx="1466500" cy="1466500"/>
            </a:xfrm>
            <a:prstGeom prst="ellipse">
              <a:avLst/>
            </a:prstGeom>
            <a:solidFill>
              <a:srgbClr val="F2F6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FD44BDB1-53ED-493C-B9E1-2FDFEFF105EC}"/>
                </a:ext>
              </a:extLst>
            </p:cNvPr>
            <p:cNvSpPr/>
            <p:nvPr/>
          </p:nvSpPr>
          <p:spPr>
            <a:xfrm>
              <a:off x="4843560" y="5118972"/>
              <a:ext cx="1096492" cy="1096492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9683CE4C-08B6-49C9-86D3-A8315731DA80}"/>
                </a:ext>
              </a:extLst>
            </p:cNvPr>
            <p:cNvSpPr/>
            <p:nvPr/>
          </p:nvSpPr>
          <p:spPr>
            <a:xfrm>
              <a:off x="4843077" y="5120622"/>
              <a:ext cx="1062572" cy="1062572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en-US" sz="125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25F57E8-AB58-4FAB-B3E7-2F52DF58A365}"/>
                </a:ext>
              </a:extLst>
            </p:cNvPr>
            <p:cNvSpPr/>
            <p:nvPr/>
          </p:nvSpPr>
          <p:spPr>
            <a:xfrm>
              <a:off x="4994352" y="5275471"/>
              <a:ext cx="760725" cy="334768"/>
            </a:xfrm>
            <a:prstGeom prst="rect">
              <a:avLst/>
            </a:prstGeom>
            <a:noFill/>
          </p:spPr>
          <p:txBody>
            <a:bodyPr wrap="square" lIns="57210" tIns="28605" rIns="57210" bIns="28605">
              <a:spAutoFit/>
            </a:bodyPr>
            <a:lstStyle/>
            <a:p>
              <a:pPr algn="ctr" defTabSz="286044">
                <a:defRPr/>
              </a:pPr>
              <a:r>
                <a:rPr lang="en-US" spc="-94" dirty="0" smtClean="0">
                  <a:ln w="0"/>
                  <a:solidFill>
                    <a:prstClr val="white"/>
                  </a:solidFill>
                  <a:effectLst>
                    <a:outerShdw blurRad="63500" dist="88900" dir="2700000" sx="108000" sy="108000" algn="tl" rotWithShape="0">
                      <a:prstClr val="black">
                        <a:alpha val="44000"/>
                      </a:prstClr>
                    </a:outerShdw>
                  </a:effectLst>
                  <a:latin typeface="Georgia" panose="02040502050405020303" pitchFamily="18" charset="0"/>
                  <a:ea typeface="Cambria" panose="02040503050406030204" pitchFamily="18" charset="0"/>
                </a:rPr>
                <a:t>Map</a:t>
              </a:r>
              <a:endParaRPr lang="en-US" spc="-94" dirty="0">
                <a:ln w="0"/>
                <a:solidFill>
                  <a:prstClr val="white"/>
                </a:solidFill>
                <a:effectLst>
                  <a:outerShdw blurRad="63500" dist="88900" dir="2700000" sx="108000" sy="108000" algn="tl" rotWithShape="0">
                    <a:prstClr val="black">
                      <a:alpha val="44000"/>
                    </a:prstClr>
                  </a:outerShdw>
                </a:effectLst>
                <a:latin typeface="Georgia" panose="02040502050405020303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CD1558F-C57C-4218-862B-912C4AB8EA62}"/>
                </a:ext>
              </a:extLst>
            </p:cNvPr>
            <p:cNvSpPr/>
            <p:nvPr/>
          </p:nvSpPr>
          <p:spPr>
            <a:xfrm>
              <a:off x="4941283" y="5506440"/>
              <a:ext cx="875477" cy="550211"/>
            </a:xfrm>
            <a:prstGeom prst="rect">
              <a:avLst/>
            </a:prstGeom>
            <a:noFill/>
          </p:spPr>
          <p:txBody>
            <a:bodyPr wrap="square" lIns="57210" tIns="28605" rIns="57210" bIns="28605">
              <a:spAutoFit/>
            </a:bodyPr>
            <a:lstStyle/>
            <a:p>
              <a:pPr algn="ctr" defTabSz="286044">
                <a:defRPr/>
              </a:pPr>
              <a:r>
                <a:rPr lang="en-US" sz="3200">
                  <a:ln w="0"/>
                  <a:solidFill>
                    <a:prstClr val="white"/>
                  </a:solidFill>
                  <a:effectLst>
                    <a:outerShdw blurRad="63500" dist="88900" dir="2700000" sx="108000" sy="108000" algn="tl" rotWithShape="0">
                      <a:prstClr val="black">
                        <a:alpha val="44000"/>
                      </a:prstClr>
                    </a:outerShdw>
                  </a:effectLst>
                  <a:latin typeface="Georgia Pro Cond" panose="02040506050405020303" pitchFamily="18" charset="0"/>
                  <a:ea typeface="Cambria" panose="02040503050406030204" pitchFamily="18" charset="0"/>
                </a:rPr>
                <a:t>03</a:t>
              </a: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F1BAC5D0-FDFE-4E21-938B-1EEA2D663C60}"/>
                </a:ext>
              </a:extLst>
            </p:cNvPr>
            <p:cNvGrpSpPr/>
            <p:nvPr/>
          </p:nvGrpSpPr>
          <p:grpSpPr>
            <a:xfrm>
              <a:off x="6675753" y="1243726"/>
              <a:ext cx="3394577" cy="1057892"/>
              <a:chOff x="7767586" y="463990"/>
              <a:chExt cx="3394577" cy="1057892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3B5E913-E138-4FBE-8CD0-CF0F3A865A70}"/>
                  </a:ext>
                </a:extLst>
              </p:cNvPr>
              <p:cNvSpPr txBox="1"/>
              <p:nvPr/>
            </p:nvSpPr>
            <p:spPr>
              <a:xfrm>
                <a:off x="7767587" y="463990"/>
                <a:ext cx="12031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 smtClean="0">
                    <a:latin typeface="Georgia" panose="02040502050405020303" pitchFamily="18" charset="0"/>
                    <a:ea typeface="Cambria" panose="02040503050406030204" pitchFamily="18" charset="0"/>
                  </a:rPr>
                  <a:t>List</a:t>
                </a:r>
                <a:endParaRPr lang="en-IN" sz="1400" b="1" dirty="0">
                  <a:latin typeface="Georgia" panose="02040502050405020303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525C732D-CD6E-4DB1-B877-00588C51D877}"/>
                  </a:ext>
                </a:extLst>
              </p:cNvPr>
              <p:cNvSpPr/>
              <p:nvPr/>
            </p:nvSpPr>
            <p:spPr>
              <a:xfrm>
                <a:off x="7767586" y="783218"/>
                <a:ext cx="339457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sz="1400" dirty="0" smtClean="0">
                    <a:latin typeface="Georgia Pro Light" panose="02040302050405020303" pitchFamily="18" charset="0"/>
                  </a:rPr>
                  <a:t>List is used to store data in a sequence. It is a generic class. </a:t>
                </a:r>
              </a:p>
              <a:p>
                <a:pPr lvl="0" algn="just"/>
                <a:r>
                  <a:rPr lang="en-US" sz="1400" b="1" dirty="0" smtClean="0">
                    <a:solidFill>
                      <a:srgbClr val="002060"/>
                    </a:solidFill>
                    <a:latin typeface="Georgia Pro Light" panose="02040302050405020303" pitchFamily="18" charset="0"/>
                  </a:rPr>
                  <a:t>List&lt;</a:t>
                </a:r>
                <a:r>
                  <a:rPr lang="en-US" sz="1400" b="1" dirty="0" err="1" smtClean="0">
                    <a:solidFill>
                      <a:srgbClr val="002060"/>
                    </a:solidFill>
                    <a:latin typeface="Georgia Pro Light" panose="02040302050405020303" pitchFamily="18" charset="0"/>
                  </a:rPr>
                  <a:t>int</a:t>
                </a:r>
                <a:r>
                  <a:rPr lang="en-US" sz="1400" b="1" dirty="0" smtClean="0">
                    <a:solidFill>
                      <a:srgbClr val="002060"/>
                    </a:solidFill>
                    <a:latin typeface="Georgia Pro Light" panose="02040302050405020303" pitchFamily="18" charset="0"/>
                  </a:rPr>
                  <a:t>&gt; numbers=[4, 5 ];  </a:t>
                </a:r>
                <a:endParaRPr lang="en-US" sz="1400" b="1" dirty="0">
                  <a:solidFill>
                    <a:srgbClr val="002060"/>
                  </a:solidFill>
                  <a:latin typeface="Georgia Pro Light" panose="02040302050405020303" pitchFamily="18" charset="0"/>
                </a:endParaRP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855B161F-C10F-4C5A-8608-069E3468CE1C}"/>
                </a:ext>
              </a:extLst>
            </p:cNvPr>
            <p:cNvGrpSpPr/>
            <p:nvPr/>
          </p:nvGrpSpPr>
          <p:grpSpPr>
            <a:xfrm>
              <a:off x="7159172" y="3290413"/>
              <a:ext cx="3285628" cy="1014294"/>
              <a:chOff x="7357403" y="507588"/>
              <a:chExt cx="3285628" cy="1014294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21DB50B3-F0D7-4D07-A74A-E5E7C83AD4EC}"/>
                  </a:ext>
                </a:extLst>
              </p:cNvPr>
              <p:cNvSpPr txBox="1"/>
              <p:nvPr/>
            </p:nvSpPr>
            <p:spPr>
              <a:xfrm>
                <a:off x="7390406" y="507588"/>
                <a:ext cx="12031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 smtClean="0">
                    <a:latin typeface="Georgia" panose="02040502050405020303" pitchFamily="18" charset="0"/>
                    <a:ea typeface="Cambria" panose="02040503050406030204" pitchFamily="18" charset="0"/>
                  </a:rPr>
                  <a:t>Set</a:t>
                </a:r>
                <a:endParaRPr lang="en-IN" sz="1400" b="1" dirty="0">
                  <a:latin typeface="Georgia" panose="02040502050405020303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8B6E953D-782E-4B7F-A875-CA82452950D9}"/>
                  </a:ext>
                </a:extLst>
              </p:cNvPr>
              <p:cNvSpPr/>
              <p:nvPr/>
            </p:nvSpPr>
            <p:spPr>
              <a:xfrm>
                <a:off x="7357403" y="783218"/>
                <a:ext cx="328562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sz="1400" dirty="0" smtClean="0">
                    <a:latin typeface="Georgia Pro Light" panose="02040302050405020303" pitchFamily="18" charset="0"/>
                  </a:rPr>
                  <a:t>Set is used to store data collection. Set stores unique values.</a:t>
                </a:r>
              </a:p>
              <a:p>
                <a:pPr lvl="0" algn="just"/>
                <a:r>
                  <a:rPr lang="en-US" sz="1400" b="1" dirty="0" smtClean="0">
                    <a:solidFill>
                      <a:srgbClr val="002060"/>
                    </a:solidFill>
                    <a:latin typeface="Georgia Pro Light" panose="02040302050405020303" pitchFamily="18" charset="0"/>
                  </a:rPr>
                  <a:t>Set&lt;</a:t>
                </a:r>
                <a:r>
                  <a:rPr lang="en-US" sz="1400" b="1" dirty="0" err="1" smtClean="0">
                    <a:solidFill>
                      <a:srgbClr val="002060"/>
                    </a:solidFill>
                    <a:latin typeface="Georgia Pro Light" panose="02040302050405020303" pitchFamily="18" charset="0"/>
                  </a:rPr>
                  <a:t>int</a:t>
                </a:r>
                <a:r>
                  <a:rPr lang="en-US" sz="1400" b="1" dirty="0" smtClean="0">
                    <a:solidFill>
                      <a:srgbClr val="002060"/>
                    </a:solidFill>
                    <a:latin typeface="Georgia Pro Light" panose="02040302050405020303" pitchFamily="18" charset="0"/>
                  </a:rPr>
                  <a:t>&gt; numbers={25,30 };</a:t>
                </a:r>
                <a:endParaRPr lang="en-US" sz="1400" b="1" dirty="0">
                  <a:solidFill>
                    <a:srgbClr val="002060"/>
                  </a:solidFill>
                  <a:latin typeface="Georgia Pro Light" panose="02040302050405020303" pitchFamily="18" charset="0"/>
                </a:endParaRP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C7520970-9556-4F3A-A401-94B2EE8D4B80}"/>
                </a:ext>
              </a:extLst>
            </p:cNvPr>
            <p:cNvGrpSpPr/>
            <p:nvPr/>
          </p:nvGrpSpPr>
          <p:grpSpPr>
            <a:xfrm>
              <a:off x="6675754" y="5249905"/>
              <a:ext cx="3769046" cy="842448"/>
              <a:chOff x="7767587" y="463990"/>
              <a:chExt cx="3769046" cy="842448"/>
            </a:xfrm>
          </p:grpSpPr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34330D2-C0E8-4708-9FA0-A0878CB0BF87}"/>
                  </a:ext>
                </a:extLst>
              </p:cNvPr>
              <p:cNvSpPr txBox="1"/>
              <p:nvPr/>
            </p:nvSpPr>
            <p:spPr>
              <a:xfrm>
                <a:off x="7767587" y="463990"/>
                <a:ext cx="12031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 smtClean="0">
                    <a:latin typeface="Georgia" panose="02040502050405020303" pitchFamily="18" charset="0"/>
                    <a:ea typeface="Cambria" panose="02040503050406030204" pitchFamily="18" charset="0"/>
                  </a:rPr>
                  <a:t>Map</a:t>
                </a:r>
                <a:endParaRPr lang="en-IN" sz="1400" b="1" dirty="0">
                  <a:latin typeface="Georgia" panose="02040502050405020303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34B1215-5200-4FC2-873E-AAC8D57668B1}"/>
                  </a:ext>
                </a:extLst>
              </p:cNvPr>
              <p:cNvSpPr/>
              <p:nvPr/>
            </p:nvSpPr>
            <p:spPr>
              <a:xfrm>
                <a:off x="7767587" y="783218"/>
                <a:ext cx="37690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1400" dirty="0" smtClean="0">
                    <a:latin typeface="Georgia Pro Light" panose="02040302050405020303" pitchFamily="18" charset="0"/>
                  </a:rPr>
                  <a:t>Map is used to store key  base values.</a:t>
                </a:r>
              </a:p>
              <a:p>
                <a:pPr lvl="0"/>
                <a:r>
                  <a:rPr lang="en-US" sz="1400" b="1" dirty="0" smtClean="0">
                    <a:solidFill>
                      <a:srgbClr val="002060"/>
                    </a:solidFill>
                    <a:latin typeface="Georgia Pro Light" panose="02040302050405020303" pitchFamily="18" charset="0"/>
                  </a:rPr>
                  <a:t>Map&lt;</a:t>
                </a:r>
                <a:r>
                  <a:rPr lang="en-US" sz="1400" b="1" dirty="0" err="1" smtClean="0">
                    <a:solidFill>
                      <a:srgbClr val="002060"/>
                    </a:solidFill>
                    <a:latin typeface="Georgia Pro Light" panose="02040302050405020303" pitchFamily="18" charset="0"/>
                  </a:rPr>
                  <a:t>String,int</a:t>
                </a:r>
                <a:r>
                  <a:rPr lang="en-US" sz="1400" b="1" dirty="0" smtClean="0">
                    <a:solidFill>
                      <a:srgbClr val="002060"/>
                    </a:solidFill>
                    <a:latin typeface="Georgia Pro Light" panose="02040302050405020303" pitchFamily="18" charset="0"/>
                  </a:rPr>
                  <a:t>&gt; data={“123”, 20000}; </a:t>
                </a:r>
                <a:endParaRPr lang="en-US" sz="1400" b="1" dirty="0">
                  <a:solidFill>
                    <a:srgbClr val="002060"/>
                  </a:solidFill>
                  <a:latin typeface="Georgia Pro Light" panose="02040302050405020303" pitchFamily="18" charset="0"/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2374780" y="3469354"/>
            <a:ext cx="2425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Dart Collections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7392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Arithmetic Operators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54124"/>
              </p:ext>
            </p:extLst>
          </p:nvPr>
        </p:nvGraphicFramePr>
        <p:xfrm>
          <a:off x="1134291" y="1205842"/>
          <a:ext cx="10515600" cy="36271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680241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630332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954053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Operator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39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  <a:endParaRPr 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Addition</a:t>
                      </a:r>
                      <a:endParaRPr 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 + b</a:t>
                      </a:r>
                      <a:endParaRPr lang="en-US" sz="2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071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-</a:t>
                      </a:r>
                      <a:endParaRPr lang="en-US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Subtraction</a:t>
                      </a:r>
                      <a:endParaRPr lang="en-US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- b</a:t>
                      </a:r>
                      <a:endParaRPr lang="en-US" sz="28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43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*</a:t>
                      </a:r>
                      <a:endParaRPr lang="en-US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Multiplication</a:t>
                      </a:r>
                      <a:endParaRPr lang="en-US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* b</a:t>
                      </a:r>
                      <a:endParaRPr lang="en-US" sz="28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317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/</a:t>
                      </a:r>
                      <a:endParaRPr lang="en-US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Division (double)</a:t>
                      </a:r>
                      <a:endParaRPr lang="en-US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/ b</a:t>
                      </a:r>
                      <a:endParaRPr lang="en-US" sz="28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127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~/</a:t>
                      </a:r>
                      <a:endParaRPr lang="en-US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 Division</a:t>
                      </a:r>
                      <a:endParaRPr lang="en-US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~/ b</a:t>
                      </a:r>
                      <a:endParaRPr lang="en-US" sz="28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621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%</a:t>
                      </a:r>
                      <a:endParaRPr lang="en-US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Modulus (remainder)</a:t>
                      </a:r>
                      <a:endParaRPr lang="en-US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 % b</a:t>
                      </a:r>
                      <a:endParaRPr lang="en-US" sz="2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221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93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Arithmetic  Assignments Operators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781351"/>
              </p:ext>
            </p:extLst>
          </p:nvPr>
        </p:nvGraphicFramePr>
        <p:xfrm>
          <a:off x="1092599" y="953453"/>
          <a:ext cx="10515600" cy="45720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30955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74792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48783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Operator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Assign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959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+=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Add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+=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524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-=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Subtract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-=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421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*=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Multiply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*=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07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Divide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/=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905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~/=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 divide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~/=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50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%=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Modulus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 %=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371852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2422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Comparison Operators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53432"/>
              </p:ext>
            </p:extLst>
          </p:nvPr>
        </p:nvGraphicFramePr>
        <p:xfrm>
          <a:off x="1000233" y="1266961"/>
          <a:ext cx="10515600" cy="36271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232133">
                  <a:extLst>
                    <a:ext uri="{9D8B030D-6E8A-4147-A177-3AD203B41FA5}">
                      <a16:colId xmlns:a16="http://schemas.microsoft.com/office/drawing/2014/main" val="1091836571"/>
                    </a:ext>
                  </a:extLst>
                </a:gridCol>
                <a:gridCol w="3778267">
                  <a:extLst>
                    <a:ext uri="{9D8B030D-6E8A-4147-A177-3AD203B41FA5}">
                      <a16:colId xmlns:a16="http://schemas.microsoft.com/office/drawing/2014/main" val="18643430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886542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Operator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728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==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862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Not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!=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274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Greater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&gt;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811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Less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&lt;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486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Greater than or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&gt;=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0252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Less than or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 &lt;=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48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84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Logical Operators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488268"/>
              </p:ext>
            </p:extLst>
          </p:nvPr>
        </p:nvGraphicFramePr>
        <p:xfrm>
          <a:off x="2639785" y="1066906"/>
          <a:ext cx="6912429" cy="20726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522912">
                  <a:extLst>
                    <a:ext uri="{9D8B030D-6E8A-4147-A177-3AD203B41FA5}">
                      <a16:colId xmlns:a16="http://schemas.microsoft.com/office/drawing/2014/main" val="1625934527"/>
                    </a:ext>
                  </a:extLst>
                </a:gridCol>
                <a:gridCol w="2290354">
                  <a:extLst>
                    <a:ext uri="{9D8B030D-6E8A-4147-A177-3AD203B41FA5}">
                      <a16:colId xmlns:a16="http://schemas.microsoft.com/office/drawing/2014/main" val="3296332854"/>
                    </a:ext>
                  </a:extLst>
                </a:gridCol>
                <a:gridCol w="3099163">
                  <a:extLst>
                    <a:ext uri="{9D8B030D-6E8A-4147-A177-3AD203B41FA5}">
                      <a16:colId xmlns:a16="http://schemas.microsoft.com/office/drawing/2014/main" val="6618424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Operator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855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Logical 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true &amp;&amp;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332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||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Logical OR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Logical 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95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Logical 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!true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632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Null-aware Operators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329493"/>
              </p:ext>
            </p:extLst>
          </p:nvPr>
        </p:nvGraphicFramePr>
        <p:xfrm>
          <a:off x="1092599" y="1162300"/>
          <a:ext cx="10515600" cy="20726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669869">
                  <a:extLst>
                    <a:ext uri="{9D8B030D-6E8A-4147-A177-3AD203B41FA5}">
                      <a16:colId xmlns:a16="http://schemas.microsoft.com/office/drawing/2014/main" val="1661173408"/>
                    </a:ext>
                  </a:extLst>
                </a:gridCol>
                <a:gridCol w="5340531">
                  <a:extLst>
                    <a:ext uri="{9D8B030D-6E8A-4147-A177-3AD203B41FA5}">
                      <a16:colId xmlns:a16="http://schemas.microsoft.com/office/drawing/2014/main" val="25972619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3131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Operator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64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/>
                        <a:t>??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Returns value if 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 ??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019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??=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Assigns only if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x ??=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176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/>
                        <a:t>?.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Calls member only if 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user?.name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194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19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</a:t>
            </a:r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nullable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vs </a:t>
            </a:r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Nullable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Integer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12965" y="1093032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6" name="Rectangle 5"/>
          <p:cNvSpPr/>
          <p:nvPr/>
        </p:nvSpPr>
        <p:spPr>
          <a:xfrm>
            <a:off x="653143" y="785256"/>
            <a:ext cx="6096000" cy="707886"/>
          </a:xfrm>
          <a:prstGeom prst="rect">
            <a:avLst/>
          </a:prstGeom>
          <a:solidFill>
            <a:schemeClr val="accent4"/>
          </a:solidFill>
        </p:spPr>
        <p:txBody>
          <a:bodyPr>
            <a:spAutoFit/>
          </a:bodyPr>
          <a:lstStyle/>
          <a:p>
            <a:r>
              <a:rPr lang="en-US" sz="2000" dirty="0" err="1" smtClean="0">
                <a:solidFill>
                  <a:srgbClr val="002060"/>
                </a:solidFill>
              </a:rPr>
              <a:t>int</a:t>
            </a:r>
            <a:r>
              <a:rPr lang="en-US" sz="2000" dirty="0" smtClean="0">
                <a:solidFill>
                  <a:srgbClr val="002060"/>
                </a:solidFill>
              </a:rPr>
              <a:t> a = 10;     // ✅ Non-</a:t>
            </a:r>
            <a:r>
              <a:rPr lang="en-US" sz="2000" dirty="0" err="1" smtClean="0">
                <a:solidFill>
                  <a:srgbClr val="002060"/>
                </a:solidFill>
              </a:rPr>
              <a:t>nullable</a:t>
            </a: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err="1" smtClean="0">
                <a:solidFill>
                  <a:srgbClr val="002060"/>
                </a:solidFill>
              </a:rPr>
              <a:t>int</a:t>
            </a:r>
            <a:endParaRPr lang="en-US" sz="2000" dirty="0" smtClean="0">
              <a:solidFill>
                <a:srgbClr val="002060"/>
              </a:solidFill>
            </a:endParaRPr>
          </a:p>
          <a:p>
            <a:r>
              <a:rPr lang="en-US" sz="2000" dirty="0" err="1" smtClean="0">
                <a:solidFill>
                  <a:srgbClr val="002060"/>
                </a:solidFill>
              </a:rPr>
              <a:t>int</a:t>
            </a:r>
            <a:r>
              <a:rPr lang="en-US" sz="2000" dirty="0" smtClean="0">
                <a:solidFill>
                  <a:srgbClr val="002060"/>
                </a:solidFill>
              </a:rPr>
              <a:t>? b = null;  // ✅ </a:t>
            </a:r>
            <a:r>
              <a:rPr lang="en-US" sz="2000" dirty="0" err="1" smtClean="0">
                <a:solidFill>
                  <a:srgbClr val="002060"/>
                </a:solidFill>
              </a:rPr>
              <a:t>Nullable</a:t>
            </a: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 err="1" smtClean="0">
                <a:solidFill>
                  <a:srgbClr val="002060"/>
                </a:solidFill>
              </a:rPr>
              <a:t>int</a:t>
            </a:r>
            <a:r>
              <a:rPr lang="en-US" sz="2000" dirty="0" smtClean="0">
                <a:solidFill>
                  <a:srgbClr val="002060"/>
                </a:solidFill>
              </a:rPr>
              <a:t> (can hold null)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3143" y="1685962"/>
            <a:ext cx="6096000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x = null;   // ❌ Compile-time error</a:t>
            </a:r>
          </a:p>
        </p:txBody>
      </p:sp>
      <p:sp>
        <p:nvSpPr>
          <p:cNvPr id="2" name="Rectangle 1"/>
          <p:cNvSpPr/>
          <p:nvPr/>
        </p:nvSpPr>
        <p:spPr>
          <a:xfrm>
            <a:off x="653143" y="2258036"/>
            <a:ext cx="11327674" cy="1323439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int num1,num2;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  num1=</a:t>
            </a:r>
            <a:r>
              <a:rPr lang="pt-BR" sz="20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  num2=</a:t>
            </a:r>
            <a:r>
              <a:rPr lang="pt-BR" sz="2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  double answer= num1/num2</a:t>
            </a:r>
            <a:r>
              <a:rPr lang="pt-B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// asnwer of / operator is always double</a:t>
            </a:r>
            <a:endParaRPr lang="pt-BR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3143" y="3784217"/>
            <a:ext cx="11327674" cy="249299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String output=num1.toString()+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"/"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+num2.toString()+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"="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answer.toString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print(output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output="${num1}/${num2}=${answer}";</a:t>
            </a:r>
          </a:p>
          <a:p>
            <a:r>
              <a:rPr lang="en-US" b="1" dirty="0"/>
              <a:t> 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String </a:t>
            </a:r>
            <a:r>
              <a:rPr lang="en-US" sz="2400" b="1" dirty="0" err="1">
                <a:solidFill>
                  <a:srgbClr val="FF0000"/>
                </a:solidFill>
              </a:rPr>
              <a:t>paragrpah</a:t>
            </a:r>
            <a:r>
              <a:rPr lang="en-US" sz="2400" b="1" dirty="0">
                <a:solidFill>
                  <a:srgbClr val="FF0000"/>
                </a:solidFill>
              </a:rPr>
              <a:t>='''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  This is a multi line text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''';</a:t>
            </a:r>
          </a:p>
          <a:p>
            <a:endParaRPr lang="en-US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61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Nullable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Types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5" name="Rectangle 4"/>
          <p:cNvSpPr/>
          <p:nvPr/>
        </p:nvSpPr>
        <p:spPr>
          <a:xfrm>
            <a:off x="1356360" y="1266961"/>
            <a:ext cx="6096000" cy="2123658"/>
          </a:xfrm>
          <a:prstGeom prst="rect">
            <a:avLst/>
          </a:prstGeom>
          <a:solidFill>
            <a:srgbClr val="FFC000"/>
          </a:solidFill>
        </p:spPr>
        <p:txBody>
          <a:bodyPr>
            <a:spAutoFit/>
          </a:bodyPr>
          <a:lstStyle/>
          <a:p>
            <a:r>
              <a:rPr lang="en-US" sz="2400" b="1" dirty="0"/>
              <a:t>Allows variable to hold null</a:t>
            </a:r>
          </a:p>
          <a:p>
            <a:endParaRPr lang="en-US" sz="2400" b="1" dirty="0"/>
          </a:p>
          <a:p>
            <a:r>
              <a:rPr lang="en-US" sz="2800" b="1" dirty="0">
                <a:solidFill>
                  <a:srgbClr val="FF0000"/>
                </a:solidFill>
              </a:rPr>
              <a:t>Example: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String? name;</a:t>
            </a:r>
          </a:p>
          <a:p>
            <a:r>
              <a:rPr lang="en-US" sz="2800" b="1" dirty="0" err="1">
                <a:solidFill>
                  <a:srgbClr val="FF0000"/>
                </a:solidFill>
              </a:rPr>
              <a:t>int</a:t>
            </a:r>
            <a:r>
              <a:rPr lang="en-US" sz="2800" b="1" dirty="0">
                <a:solidFill>
                  <a:srgbClr val="FF0000"/>
                </a:solidFill>
              </a:rPr>
              <a:t>? age;</a:t>
            </a:r>
          </a:p>
        </p:txBody>
      </p:sp>
    </p:spTree>
    <p:extLst>
      <p:ext uri="{BB962C8B-B14F-4D97-AF65-F5344CB8AC3E}">
        <p14:creationId xmlns:p14="http://schemas.microsoft.com/office/powerpoint/2010/main" val="189686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Null-aware Access ?.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2" name="Rectangle 1"/>
          <p:cNvSpPr/>
          <p:nvPr/>
        </p:nvSpPr>
        <p:spPr>
          <a:xfrm>
            <a:off x="907868" y="1576108"/>
            <a:ext cx="7184572" cy="181588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Access property only if value is not null</a:t>
            </a:r>
          </a:p>
          <a:p>
            <a:endParaRPr lang="en-US" sz="2800" b="1" dirty="0"/>
          </a:p>
          <a:p>
            <a:r>
              <a:rPr lang="en-US" sz="2800" b="1" dirty="0"/>
              <a:t>Example:</a:t>
            </a:r>
          </a:p>
          <a:p>
            <a:r>
              <a:rPr lang="en-US" sz="2800" b="1" dirty="0"/>
              <a:t>print(</a:t>
            </a:r>
            <a:r>
              <a:rPr lang="en-US" sz="2800" b="1" dirty="0" err="1"/>
              <a:t>name</a:t>
            </a:r>
            <a:r>
              <a:rPr lang="en-US" sz="2800" b="1" dirty="0" err="1">
                <a:solidFill>
                  <a:srgbClr val="FF0000"/>
                </a:solidFill>
              </a:rPr>
              <a:t>?.</a:t>
            </a:r>
            <a:r>
              <a:rPr lang="en-US" sz="2800" b="1" dirty="0" err="1"/>
              <a:t>length</a:t>
            </a:r>
            <a:r>
              <a:rPr lang="en-US" sz="28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4401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Null-coalescing Operator ??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3" name="Rectangle 2"/>
          <p:cNvSpPr/>
          <p:nvPr/>
        </p:nvSpPr>
        <p:spPr>
          <a:xfrm>
            <a:off x="1895856" y="1266961"/>
            <a:ext cx="6096000" cy="15696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spAutoFit/>
          </a:bodyPr>
          <a:lstStyle/>
          <a:p>
            <a:r>
              <a:rPr lang="en-US" sz="2400" dirty="0"/>
              <a:t>Provides default value if null</a:t>
            </a:r>
          </a:p>
          <a:p>
            <a:endParaRPr lang="en-US" sz="2400" dirty="0"/>
          </a:p>
          <a:p>
            <a:r>
              <a:rPr lang="en-US" sz="2400" dirty="0"/>
              <a:t>Example:</a:t>
            </a:r>
          </a:p>
          <a:p>
            <a:r>
              <a:rPr lang="en-US" sz="2400" dirty="0"/>
              <a:t>print(city </a:t>
            </a:r>
            <a:r>
              <a:rPr lang="en-US" sz="2400" dirty="0">
                <a:solidFill>
                  <a:srgbClr val="FF0000"/>
                </a:solidFill>
              </a:rPr>
              <a:t>??</a:t>
            </a:r>
            <a:r>
              <a:rPr lang="en-US" sz="2400" dirty="0"/>
              <a:t> "Islamabad");</a:t>
            </a:r>
          </a:p>
        </p:txBody>
      </p:sp>
    </p:spTree>
    <p:extLst>
      <p:ext uri="{BB962C8B-B14F-4D97-AF65-F5344CB8AC3E}">
        <p14:creationId xmlns:p14="http://schemas.microsoft.com/office/powerpoint/2010/main" val="109579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Null-aware assignment ??=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2" name="Rectangle 1"/>
          <p:cNvSpPr/>
          <p:nvPr/>
        </p:nvSpPr>
        <p:spPr>
          <a:xfrm>
            <a:off x="1301496" y="1832140"/>
            <a:ext cx="7394448" cy="181588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Assign value only if variable is null</a:t>
            </a:r>
          </a:p>
          <a:p>
            <a:endParaRPr lang="en-US" sz="2800" b="1" dirty="0"/>
          </a:p>
          <a:p>
            <a:r>
              <a:rPr lang="en-US" sz="2800" b="1" dirty="0"/>
              <a:t>Example:</a:t>
            </a:r>
          </a:p>
          <a:p>
            <a:r>
              <a:rPr lang="en-US" sz="2800" b="1" dirty="0"/>
              <a:t>country </a:t>
            </a:r>
            <a:r>
              <a:rPr lang="en-US" sz="2800" b="1" dirty="0">
                <a:solidFill>
                  <a:srgbClr val="FF0000"/>
                </a:solidFill>
              </a:rPr>
              <a:t>??=</a:t>
            </a:r>
            <a:r>
              <a:rPr lang="en-US" sz="2800" b="1" dirty="0"/>
              <a:t> "Pakistan";</a:t>
            </a:r>
          </a:p>
        </p:txBody>
      </p:sp>
    </p:spTree>
    <p:extLst>
      <p:ext uri="{BB962C8B-B14F-4D97-AF65-F5344CB8AC3E}">
        <p14:creationId xmlns:p14="http://schemas.microsoft.com/office/powerpoint/2010/main" val="280607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 Assertion Operator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</a:t>
            </a:r>
            <a:endParaRPr lang="en-US" sz="36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3" name="Rectangle 2"/>
          <p:cNvSpPr/>
          <p:nvPr/>
        </p:nvSpPr>
        <p:spPr>
          <a:xfrm>
            <a:off x="2197608" y="1467016"/>
            <a:ext cx="6096000" cy="2246769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r>
              <a:rPr lang="en-US" sz="2800" b="1" dirty="0"/>
              <a:t>Tells Dart value is NOT null</a:t>
            </a:r>
          </a:p>
          <a:p>
            <a:r>
              <a:rPr lang="en-US" sz="2800" b="1" dirty="0"/>
              <a:t>• Use carefully</a:t>
            </a:r>
          </a:p>
          <a:p>
            <a:endParaRPr lang="en-US" sz="2800" b="1" dirty="0"/>
          </a:p>
          <a:p>
            <a:r>
              <a:rPr lang="en-US" sz="2800" b="1" dirty="0"/>
              <a:t>Example:</a:t>
            </a:r>
          </a:p>
          <a:p>
            <a:r>
              <a:rPr lang="en-US" sz="2800" b="1" dirty="0"/>
              <a:t>print(name</a:t>
            </a:r>
            <a:r>
              <a:rPr lang="en-US" sz="2800" b="1" dirty="0">
                <a:solidFill>
                  <a:srgbClr val="FF0000"/>
                </a:solidFill>
              </a:rPr>
              <a:t>!</a:t>
            </a:r>
            <a:r>
              <a:rPr lang="en-US" sz="28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1167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20366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Dynamic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5" name="Rectangle 4"/>
          <p:cNvSpPr/>
          <p:nvPr/>
        </p:nvSpPr>
        <p:spPr>
          <a:xfrm>
            <a:off x="249936" y="820018"/>
            <a:ext cx="6096000" cy="1815882"/>
          </a:xfrm>
          <a:prstGeom prst="rect">
            <a:avLst/>
          </a:prstGeom>
          <a:solidFill>
            <a:srgbClr val="92D050"/>
          </a:solidFill>
        </p:spPr>
        <p:txBody>
          <a:bodyPr>
            <a:spAutoFit/>
          </a:bodyPr>
          <a:lstStyle/>
          <a:p>
            <a:r>
              <a:rPr lang="pl-PL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dynamic d1,d2;</a:t>
            </a:r>
          </a:p>
          <a:p>
            <a:r>
              <a:rPr lang="pl-PL" sz="28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d1=</a:t>
            </a:r>
            <a:r>
              <a:rPr lang="pl-PL" sz="2800" b="1" dirty="0" smtClean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pl-PL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l-PL" sz="28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d2=</a:t>
            </a:r>
            <a:r>
              <a:rPr lang="pl-PL" sz="2800" b="1" dirty="0" smtClean="0">
                <a:solidFill>
                  <a:srgbClr val="098658"/>
                </a:solidFill>
                <a:latin typeface="Consolas" panose="020B0609020204030204" pitchFamily="49" charset="0"/>
              </a:rPr>
              <a:t>250</a:t>
            </a:r>
            <a:r>
              <a:rPr lang="pl-PL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l-PL" sz="28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dynamic </a:t>
            </a:r>
            <a:r>
              <a:rPr lang="pl-PL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d3=d1+d2;</a:t>
            </a:r>
            <a:endParaRPr lang="pl-PL" sz="28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9936" y="2895504"/>
            <a:ext cx="6096000" cy="1384995"/>
          </a:xfrm>
          <a:prstGeom prst="rect">
            <a:avLst/>
          </a:prstGeom>
          <a:solidFill>
            <a:srgbClr val="FFC000"/>
          </a:solidFill>
        </p:spPr>
        <p:txBody>
          <a:bodyPr>
            <a:spAutoFit/>
          </a:bodyPr>
          <a:lstStyle/>
          <a:p>
            <a:r>
              <a:rPr lang="nb-NO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d1=</a:t>
            </a:r>
            <a:r>
              <a:rPr lang="nb-NO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"Dart"</a:t>
            </a:r>
            <a:r>
              <a:rPr lang="nb-NO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b-NO" sz="28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d2</a:t>
            </a:r>
            <a:r>
              <a:rPr lang="nb-NO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b-NO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"Flutter"</a:t>
            </a:r>
            <a:r>
              <a:rPr lang="nb-NO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b-NO" sz="28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d3=d1+d2</a:t>
            </a:r>
            <a:r>
              <a:rPr lang="nb-NO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nb-NO" sz="28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3944" y="4540103"/>
            <a:ext cx="6096000" cy="1200329"/>
          </a:xfrm>
          <a:prstGeom prst="rect">
            <a:avLst/>
          </a:prstGeom>
          <a:solidFill>
            <a:srgbClr val="FFC000"/>
          </a:solidFill>
        </p:spPr>
        <p:txBody>
          <a:bodyPr>
            <a:spAutoFit/>
          </a:bodyPr>
          <a:lstStyle/>
          <a:p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d1=</a:t>
            </a:r>
            <a:r>
              <a:rPr lang="fr-FR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sz="2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Dart</a:t>
            </a:r>
            <a:r>
              <a:rPr lang="fr-FR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d2=</a:t>
            </a:r>
            <a:r>
              <a:rPr lang="fr-FR" sz="2400" b="1" dirty="0" smtClean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d3=d1+d2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fr-FR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// exception</a:t>
            </a:r>
            <a:endParaRPr lang="fr-FR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19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20366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 else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2" name="Rectangle 1"/>
          <p:cNvSpPr/>
          <p:nvPr/>
        </p:nvSpPr>
        <p:spPr>
          <a:xfrm>
            <a:off x="414528" y="887176"/>
            <a:ext cx="3672840" cy="2246769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000" b="1" dirty="0" err="1"/>
              <a:t>int</a:t>
            </a:r>
            <a:r>
              <a:rPr lang="en-US" sz="2000" b="1" dirty="0"/>
              <a:t> marks = 45;</a:t>
            </a:r>
          </a:p>
          <a:p>
            <a:endParaRPr lang="en-US" sz="2000" b="1" dirty="0"/>
          </a:p>
          <a:p>
            <a:r>
              <a:rPr lang="en-US" sz="2000" b="1" dirty="0"/>
              <a:t>if (marks &gt;= 40) {</a:t>
            </a:r>
          </a:p>
          <a:p>
            <a:r>
              <a:rPr lang="en-US" sz="2000" b="1" dirty="0"/>
              <a:t>  print("Pass");</a:t>
            </a:r>
          </a:p>
          <a:p>
            <a:r>
              <a:rPr lang="en-US" sz="2000" b="1" dirty="0"/>
              <a:t>} else {</a:t>
            </a:r>
          </a:p>
          <a:p>
            <a:r>
              <a:rPr lang="en-US" sz="2000" b="1" dirty="0"/>
              <a:t>  print("Fail");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0" y="871788"/>
            <a:ext cx="4590288" cy="4524315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400" b="1" dirty="0" err="1"/>
              <a:t>int</a:t>
            </a:r>
            <a:r>
              <a:rPr lang="en-US" sz="2400" b="1" dirty="0"/>
              <a:t> score = 72;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/>
                </a:solidFill>
              </a:rPr>
              <a:t>if (score &gt;= 80) {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  print("Grade A");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} </a:t>
            </a:r>
            <a:endParaRPr lang="en-US" sz="2400" b="1" dirty="0" smtClean="0">
              <a:solidFill>
                <a:schemeClr val="bg2"/>
              </a:solidFill>
            </a:endParaRPr>
          </a:p>
          <a:p>
            <a:r>
              <a:rPr lang="en-US" sz="2400" b="1" dirty="0" smtClean="0">
                <a:solidFill>
                  <a:srgbClr val="0070C0"/>
                </a:solidFill>
              </a:rPr>
              <a:t>else </a:t>
            </a:r>
            <a:r>
              <a:rPr lang="en-US" sz="2400" b="1" dirty="0">
                <a:solidFill>
                  <a:srgbClr val="0070C0"/>
                </a:solidFill>
              </a:rPr>
              <a:t>if (score &gt;= 60) {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  print("Grade B");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} </a:t>
            </a:r>
            <a:r>
              <a:rPr lang="en-US" sz="2400" b="1" dirty="0">
                <a:solidFill>
                  <a:schemeClr val="bg2"/>
                </a:solidFill>
              </a:rPr>
              <a:t>else if (score &gt;= 40) {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  print("Grade C");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}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else {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 print("Fail");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793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Methods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2" name="Rectangle 1"/>
          <p:cNvSpPr/>
          <p:nvPr/>
        </p:nvSpPr>
        <p:spPr>
          <a:xfrm>
            <a:off x="400594" y="860699"/>
            <a:ext cx="10424160" cy="25545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printData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(String data)</a:t>
            </a:r>
          </a:p>
          <a:p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  print(data);</a:t>
            </a:r>
          </a:p>
          <a:p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4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9018" y="4712523"/>
            <a:ext cx="10485735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3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printData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200" b="1" dirty="0">
                <a:solidFill>
                  <a:srgbClr val="A31515"/>
                </a:solidFill>
                <a:latin typeface="Consolas" panose="020B0609020204030204" pitchFamily="49" charset="0"/>
              </a:rPr>
              <a:t>"Flutter is Google UI framework"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32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445" y="4066192"/>
            <a:ext cx="3692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// Function calling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4241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Methods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6" name="Rectangle 5"/>
          <p:cNvSpPr/>
          <p:nvPr/>
        </p:nvSpPr>
        <p:spPr>
          <a:xfrm>
            <a:off x="391884" y="747488"/>
            <a:ext cx="10337075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3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3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computeSum</a:t>
            </a:r>
            <a:r>
              <a:rPr lang="en-US" sz="3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3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a,int</a:t>
            </a:r>
            <a:r>
              <a:rPr lang="en-US" sz="3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en-US" sz="3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3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3600" b="1" dirty="0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3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a+b</a:t>
            </a:r>
            <a:r>
              <a:rPr lang="en-US" sz="3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3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3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1883" y="3733426"/>
            <a:ext cx="10337075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computeSum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a,int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b) =&gt; </a:t>
            </a:r>
            <a:r>
              <a:rPr lang="en-US" sz="3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a+b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32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0233" y="3040676"/>
            <a:ext cx="96270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OR if the function body has single statement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7215" y="4737447"/>
            <a:ext cx="10581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3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answer=</a:t>
            </a:r>
            <a:r>
              <a:rPr lang="en-US" sz="3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computeSum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200" b="1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3200" b="1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32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3200" b="1" dirty="0" smtClean="0">
                <a:solidFill>
                  <a:srgbClr val="0070C0"/>
                </a:solidFill>
                <a:latin typeface="Consolas" panose="020B0609020204030204" pitchFamily="49" charset="0"/>
              </a:rPr>
              <a:t>// Function Call</a:t>
            </a:r>
            <a:endParaRPr lang="en-US" sz="3200" b="1" dirty="0">
              <a:solidFill>
                <a:srgbClr val="0070C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60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Named Parameters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2" name="Rectangle 1"/>
          <p:cNvSpPr/>
          <p:nvPr/>
        </p:nvSpPr>
        <p:spPr>
          <a:xfrm>
            <a:off x="374467" y="956493"/>
            <a:ext cx="838635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getMax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                          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b?a:b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35757" y="982620"/>
            <a:ext cx="45576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required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a,</a:t>
            </a:r>
            <a:r>
              <a:rPr lang="en-US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required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b}</a:t>
            </a:r>
            <a:endParaRPr lang="en-US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287382" y="2867032"/>
            <a:ext cx="5112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max=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getMax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(a: </a:t>
            </a:r>
            <a:r>
              <a:rPr lang="en-US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b: </a:t>
            </a:r>
            <a:r>
              <a:rPr lang="en-US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21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7381" y="3606507"/>
            <a:ext cx="52822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max=</a:t>
            </a:r>
            <a:r>
              <a:rPr lang="en-US" sz="24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getMax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(b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2400" b="1" dirty="0" smtClean="0">
                <a:solidFill>
                  <a:srgbClr val="098658"/>
                </a:solidFill>
                <a:latin typeface="Consolas" panose="020B0609020204030204" pitchFamily="49" charset="0"/>
              </a:rPr>
              <a:t>21,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a: </a:t>
            </a:r>
            <a:r>
              <a:rPr lang="en-US" sz="2400" b="1" dirty="0" smtClean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75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Optional Parameters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2" name="Rectangle 1"/>
          <p:cNvSpPr/>
          <p:nvPr/>
        </p:nvSpPr>
        <p:spPr>
          <a:xfrm>
            <a:off x="261256" y="895533"/>
            <a:ext cx="1147789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getMax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({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required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a,int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b=0}) </a:t>
            </a:r>
            <a:r>
              <a:rPr lang="en-US" b="1" dirty="0" smtClean="0">
                <a:solidFill>
                  <a:srgbClr val="347C55"/>
                </a:solidFill>
                <a:latin typeface="Consolas" panose="020B0609020204030204" pitchFamily="49" charset="0"/>
              </a:rPr>
              <a:t>// Parameter has some default value</a:t>
            </a:r>
            <a:endParaRPr lang="en-US" b="1" dirty="0">
              <a:solidFill>
                <a:srgbClr val="347C55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b?a:b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7382" y="2867032"/>
            <a:ext cx="39228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max=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getMax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(a: </a:t>
            </a:r>
            <a:r>
              <a:rPr lang="en-US" sz="2400" b="1" dirty="0" smtClean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1256" y="3499703"/>
            <a:ext cx="115691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max=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getMax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(a: </a:t>
            </a:r>
            <a:r>
              <a:rPr lang="en-US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b: </a:t>
            </a:r>
            <a:r>
              <a:rPr lang="en-US" sz="2400" b="1" dirty="0" smtClean="0">
                <a:solidFill>
                  <a:srgbClr val="098658"/>
                </a:solidFill>
                <a:latin typeface="Consolas" panose="020B0609020204030204" pitchFamily="49" charset="0"/>
              </a:rPr>
              <a:t>24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// will update the default value of b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19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OverLoading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2" name="Rectangle 1"/>
          <p:cNvSpPr/>
          <p:nvPr/>
        </p:nvSpPr>
        <p:spPr>
          <a:xfrm>
            <a:off x="487679" y="1066906"/>
            <a:ext cx="955330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textFormatter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({</a:t>
            </a:r>
            <a:r>
              <a:rPr lang="en-US" sz="2000" b="1" dirty="0" smtClean="0">
                <a:solidFill>
                  <a:srgbClr val="0070C0"/>
                </a:solidFill>
                <a:latin typeface="Consolas" panose="020B0609020204030204" pitchFamily="49" charset="0"/>
              </a:rPr>
              <a:t>required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2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text,int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fontSize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,bool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isBold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})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//...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6381" y="2550772"/>
            <a:ext cx="44165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textFormatter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text:</a:t>
            </a:r>
            <a:r>
              <a:rPr lang="en-US" sz="2000" b="1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'My</a:t>
            </a:r>
            <a:r>
              <a:rPr lang="en-US" sz="2000" b="1" dirty="0" smtClean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text'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9700" y="3184246"/>
            <a:ext cx="5630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textFormatter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text:</a:t>
            </a:r>
            <a:r>
              <a:rPr lang="en-US" b="1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'My</a:t>
            </a:r>
            <a:r>
              <a:rPr lang="en-US" b="1" dirty="0" smtClean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text'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fontSize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6381" y="3668535"/>
            <a:ext cx="5630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textFormatter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text:</a:t>
            </a:r>
            <a:r>
              <a:rPr lang="en-US" b="1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'My</a:t>
            </a:r>
            <a:r>
              <a:rPr lang="en-US" b="1" dirty="0" smtClean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text'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isBold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9699" y="4257222"/>
            <a:ext cx="75354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textFormatter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text:</a:t>
            </a:r>
            <a:r>
              <a:rPr lang="en-US" b="1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'My</a:t>
            </a:r>
            <a:r>
              <a:rPr lang="en-US" b="1" dirty="0" smtClean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text'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isBold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,fontSize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6382" y="5233851"/>
            <a:ext cx="11559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You can not write another function with name </a:t>
            </a:r>
            <a:r>
              <a:rPr lang="en-US" sz="2800" b="1" dirty="0" err="1" smtClean="0">
                <a:solidFill>
                  <a:srgbClr val="FF0000"/>
                </a:solidFill>
              </a:rPr>
              <a:t>textFormatter</a:t>
            </a:r>
            <a:r>
              <a:rPr lang="en-US" sz="2800" b="1" dirty="0" smtClean="0">
                <a:solidFill>
                  <a:srgbClr val="FF0000"/>
                </a:solidFill>
              </a:rPr>
              <a:t> in a class or in a dart file.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49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 and Named Parameter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2" name="Rectangle 1"/>
          <p:cNvSpPr/>
          <p:nvPr/>
        </p:nvSpPr>
        <p:spPr>
          <a:xfrm>
            <a:off x="487679" y="1066906"/>
            <a:ext cx="955330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textFormatter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(String 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text,{</a:t>
            </a:r>
            <a:r>
              <a:rPr lang="en-US" sz="2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fontSize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,bool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isBold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})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//...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6381" y="2545151"/>
            <a:ext cx="37112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textFormatter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'My text'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9700" y="3184246"/>
            <a:ext cx="49968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textFormatter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'My text'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fontSize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6381" y="3668535"/>
            <a:ext cx="49968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textFormatter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'My text'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isBold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9699" y="4257222"/>
            <a:ext cx="75354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textFormatter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'My text'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isBold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,fontSize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37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Optional Parameters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3" name="Rectangle 2"/>
          <p:cNvSpPr/>
          <p:nvPr/>
        </p:nvSpPr>
        <p:spPr>
          <a:xfrm>
            <a:off x="907868" y="915463"/>
            <a:ext cx="1093796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List&lt;Product&gt; </a:t>
            </a:r>
            <a:r>
              <a:rPr lang="en-US" sz="2400" b="1" dirty="0" err="1"/>
              <a:t>filterProducts</a:t>
            </a:r>
            <a:r>
              <a:rPr lang="en-US" sz="2400" b="1" dirty="0" smtClean="0"/>
              <a:t>(</a:t>
            </a:r>
          </a:p>
          <a:p>
            <a:r>
              <a:rPr lang="en-US" sz="2800" b="1" dirty="0" smtClean="0"/>
              <a:t>{</a:t>
            </a:r>
            <a:endParaRPr lang="en-US" sz="2800" b="1" dirty="0"/>
          </a:p>
          <a:p>
            <a:r>
              <a:rPr lang="en-US" sz="2400" b="1" dirty="0"/>
              <a:t>  </a:t>
            </a:r>
            <a:r>
              <a:rPr lang="en-US" sz="2400" b="1" dirty="0">
                <a:solidFill>
                  <a:srgbClr val="0070C0"/>
                </a:solidFill>
              </a:rPr>
              <a:t>required</a:t>
            </a:r>
            <a:r>
              <a:rPr lang="en-US" sz="2400" b="1" dirty="0"/>
              <a:t> List&lt;Product&gt; </a:t>
            </a:r>
            <a:r>
              <a:rPr lang="en-US" sz="2400" b="1" dirty="0" smtClean="0"/>
              <a:t>products, String</a:t>
            </a:r>
            <a:r>
              <a:rPr lang="en-US" sz="2400" b="1" dirty="0"/>
              <a:t>? </a:t>
            </a:r>
            <a:r>
              <a:rPr lang="en-US" sz="2400" b="1" dirty="0" smtClean="0"/>
              <a:t>category, double</a:t>
            </a:r>
            <a:r>
              <a:rPr lang="en-US" sz="2400" b="1" dirty="0"/>
              <a:t>? </a:t>
            </a:r>
            <a:r>
              <a:rPr lang="en-US" sz="2400" b="1" dirty="0" err="1" smtClean="0"/>
              <a:t>minPrice</a:t>
            </a:r>
            <a:r>
              <a:rPr lang="en-US" sz="2400" b="1" dirty="0" smtClean="0"/>
              <a:t>, double</a:t>
            </a:r>
            <a:r>
              <a:rPr lang="en-US" sz="2400" b="1" dirty="0"/>
              <a:t>? </a:t>
            </a:r>
            <a:r>
              <a:rPr lang="en-US" sz="2400" b="1" dirty="0" err="1" smtClean="0"/>
              <a:t>maxPrice</a:t>
            </a:r>
            <a:r>
              <a:rPr lang="en-US" sz="2400" b="1" dirty="0" smtClean="0"/>
              <a:t>,</a:t>
            </a:r>
          </a:p>
          <a:p>
            <a:r>
              <a:rPr lang="en-US" sz="2400" b="1" dirty="0" smtClean="0"/>
              <a:t> bool </a:t>
            </a:r>
            <a:r>
              <a:rPr lang="en-US" sz="2400" b="1" dirty="0" err="1"/>
              <a:t>onlyAvailable</a:t>
            </a:r>
            <a:r>
              <a:rPr lang="en-US" sz="2400" b="1" dirty="0"/>
              <a:t> = </a:t>
            </a:r>
            <a:r>
              <a:rPr lang="en-US" sz="2400" b="1" dirty="0" smtClean="0"/>
              <a:t>false </a:t>
            </a:r>
            <a:r>
              <a:rPr lang="en-US" sz="2800" b="1" dirty="0" smtClean="0"/>
              <a:t>}</a:t>
            </a:r>
            <a:endParaRPr lang="en-US" sz="2400" b="1" dirty="0" smtClean="0"/>
          </a:p>
          <a:p>
            <a:r>
              <a:rPr lang="en-US" sz="2400" dirty="0" smtClean="0"/>
              <a:t>){</a:t>
            </a:r>
          </a:p>
          <a:p>
            <a:r>
              <a:rPr lang="en-US" sz="2400" dirty="0" smtClean="0"/>
              <a:t>  // code here</a:t>
            </a:r>
            <a:endParaRPr lang="en-US" sz="2400" dirty="0"/>
          </a:p>
          <a:p>
            <a:r>
              <a:rPr lang="en-US" sz="2400" dirty="0" smtClean="0"/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091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Function Returning Multiple Values 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2" name="Rectangle 1"/>
          <p:cNvSpPr/>
          <p:nvPr/>
        </p:nvSpPr>
        <p:spPr>
          <a:xfrm>
            <a:off x="426720" y="875076"/>
            <a:ext cx="91788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double,double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getCurrentLocation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37.4219983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,-</a:t>
            </a:r>
            <a:r>
              <a:rPr lang="en-US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122.084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06455" y="3069189"/>
            <a:ext cx="6494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lat,long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)=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getCurrentLocation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28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760617" y="1976846"/>
            <a:ext cx="1201783" cy="11843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303756" y="2022749"/>
            <a:ext cx="712381" cy="1046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49445" y="2568786"/>
            <a:ext cx="2903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double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lat,long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75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Function with no return type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3" name="Rectangle 2"/>
          <p:cNvSpPr/>
          <p:nvPr/>
        </p:nvSpPr>
        <p:spPr>
          <a:xfrm>
            <a:off x="387096" y="893170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printData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 print(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"Data printer"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26608" y="893170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calSum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x,int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x+y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7096" y="3300984"/>
            <a:ext cx="11686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Function whose return type is missing its return type is considered dynamic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02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Function with missing parameter type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  <p:sp>
        <p:nvSpPr>
          <p:cNvPr id="8" name="TextBox 7"/>
          <p:cNvSpPr txBox="1"/>
          <p:nvPr/>
        </p:nvSpPr>
        <p:spPr>
          <a:xfrm>
            <a:off x="3148584" y="919489"/>
            <a:ext cx="6178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  <a:r>
              <a:rPr lang="en-US" sz="2800" b="1" dirty="0" smtClean="0">
                <a:solidFill>
                  <a:srgbClr val="FF0000"/>
                </a:solidFill>
              </a:rPr>
              <a:t> and y has dynamic as data type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7096" y="919489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pluOperator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x+y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469" y="2935891"/>
            <a:ext cx="3413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pluOperator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9584" y="2935891"/>
            <a:ext cx="6178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Will compute sum of 5 and 10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9469" y="3628854"/>
            <a:ext cx="56220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pluOperator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 smtClean="0">
                <a:solidFill>
                  <a:srgbClr val="098658"/>
                </a:solidFill>
                <a:latin typeface="Consolas" panose="020B0609020204030204" pitchFamily="49" charset="0"/>
              </a:rPr>
              <a:t>"Dart",</a:t>
            </a:r>
            <a:r>
              <a:rPr lang="en-US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smtClean="0">
                <a:solidFill>
                  <a:srgbClr val="098658"/>
                </a:solidFill>
                <a:latin typeface="Consolas" panose="020B0609020204030204" pitchFamily="49" charset="0"/>
              </a:rPr>
              <a:t>"Flutter</a:t>
            </a:r>
            <a:r>
              <a:rPr lang="en-US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04360" y="4348853"/>
            <a:ext cx="6178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Exception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469" y="4359311"/>
            <a:ext cx="42627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pluOperator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 smtClean="0">
                <a:solidFill>
                  <a:srgbClr val="098658"/>
                </a:solidFill>
                <a:latin typeface="Consolas" panose="020B0609020204030204" pitchFamily="49" charset="0"/>
              </a:rPr>
              <a:t>"Dart",10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27776" y="3750476"/>
            <a:ext cx="6178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Will concatenate both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33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5" grpId="0"/>
      <p:bldP spid="9" grpId="0"/>
      <p:bldP spid="10" grpId="0"/>
      <p:bldP spid="11" grpId="0"/>
      <p:bldP spid="1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868" y="106690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1360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542.84905511811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542.8490551181101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35062992125984,&quot;left&quot;:89.57787401574804,&quot;top&quot;:155.07141732283463,&quot;width&quot;:687.0490551181101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2204724409446,&quot;left&quot;:26.82787401574803,&quot;top&quot;:68.3,&quot;width&quot;:446.5990551181101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1201</Words>
  <Application>Microsoft Office PowerPoint</Application>
  <PresentationFormat>Widescreen</PresentationFormat>
  <Paragraphs>327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맑은 고딕</vt:lpstr>
      <vt:lpstr>Arial</vt:lpstr>
      <vt:lpstr>Calibri</vt:lpstr>
      <vt:lpstr>Calibri Light</vt:lpstr>
      <vt:lpstr>Cambria</vt:lpstr>
      <vt:lpstr>Consolas</vt:lpstr>
      <vt:lpstr>Georgia</vt:lpstr>
      <vt:lpstr>Georgia Pro Cond</vt:lpstr>
      <vt:lpstr>Georgia Pro Light</vt:lpstr>
      <vt:lpstr>Times New Roman</vt:lpstr>
      <vt:lpstr>Wingdings</vt:lpstr>
      <vt:lpstr>Office Theme</vt:lpstr>
      <vt:lpstr>Flutter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Umar Farooq</dc:creator>
  <cp:lastModifiedBy>Umar Farooq</cp:lastModifiedBy>
  <cp:revision>44</cp:revision>
  <dcterms:created xsi:type="dcterms:W3CDTF">2025-07-10T08:45:00Z</dcterms:created>
  <dcterms:modified xsi:type="dcterms:W3CDTF">2026-09-03T04:12:20Z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996F272579824D57BB98F9699099FFF3_12</vt:lpwstr>
  </property>
  <property fmtid="{D5CDD505-2E9C-101B-9397-08002B2CF9AE}" pid="3" name="KSOProductBuildVer">
    <vt:lpwstr>1033-12.2.0.21931</vt:lpwstr>
  </property>
</Properties>
</file>