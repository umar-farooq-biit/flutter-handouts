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78" r:id="rId3"/>
    <p:sldId id="279" r:id="rId4"/>
    <p:sldId id="28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332" autoAdjust="0"/>
  </p:normalViewPr>
  <p:slideViewPr>
    <p:cSldViewPr snapToGrid="0">
      <p:cViewPr varScale="1">
        <p:scale>
          <a:sx n="83" d="100"/>
          <a:sy n="83" d="100"/>
        </p:scale>
        <p:origin x="15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3" y="1122363"/>
            <a:ext cx="9144001" cy="2387600"/>
          </a:xfrm>
        </p:spPr>
        <p:txBody>
          <a:bodyPr anchor="b"/>
          <a:lstStyle>
            <a:lvl1pPr algn="ctr">
              <a:defRPr sz="5999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3" y="3602038"/>
            <a:ext cx="9144001" cy="1655762"/>
          </a:xfrm>
        </p:spPr>
        <p:txBody>
          <a:bodyPr/>
          <a:lstStyle>
            <a:lvl1pPr marL="0" indent="0" algn="ctr">
              <a:buNone/>
              <a:defRPr sz="2399"/>
            </a:lvl1pPr>
            <a:lvl2pPr marL="457122" indent="0" algn="ctr">
              <a:buNone/>
              <a:defRPr sz="2000"/>
            </a:lvl2pPr>
            <a:lvl3pPr marL="914240" indent="0" algn="ctr">
              <a:buNone/>
              <a:defRPr sz="1799"/>
            </a:lvl3pPr>
            <a:lvl4pPr marL="1371359" indent="0" algn="ctr">
              <a:buNone/>
              <a:defRPr sz="1599"/>
            </a:lvl4pPr>
            <a:lvl5pPr marL="1828478" indent="0" algn="ctr">
              <a:buNone/>
              <a:defRPr sz="1599"/>
            </a:lvl5pPr>
            <a:lvl6pPr marL="2285597" indent="0" algn="ctr">
              <a:buNone/>
              <a:defRPr sz="1599"/>
            </a:lvl6pPr>
            <a:lvl7pPr marL="2742718" indent="0" algn="ctr">
              <a:buNone/>
              <a:defRPr sz="1599"/>
            </a:lvl7pPr>
            <a:lvl8pPr marL="3199837" indent="0" algn="ctr">
              <a:buNone/>
              <a:defRPr sz="1599"/>
            </a:lvl8pPr>
            <a:lvl9pPr marL="3656958" indent="0" algn="ctr">
              <a:buNone/>
              <a:defRPr sz="1599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715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600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45"/>
            <a:ext cx="10515600" cy="2852737"/>
          </a:xfrm>
        </p:spPr>
        <p:txBody>
          <a:bodyPr anchor="b"/>
          <a:lstStyle>
            <a:lvl1pPr>
              <a:defRPr sz="5999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71"/>
            <a:ext cx="10515600" cy="1500187"/>
          </a:xfrm>
        </p:spPr>
        <p:txBody>
          <a:bodyPr/>
          <a:lstStyle>
            <a:lvl1pPr marL="0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1pPr>
            <a:lvl2pPr marL="45712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240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359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4pPr>
            <a:lvl5pPr marL="1828478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5pPr>
            <a:lvl6pPr marL="2285597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6pPr>
            <a:lvl7pPr marL="2742718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7pPr>
            <a:lvl8pPr marL="3199837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8pPr>
            <a:lvl9pPr marL="3656958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685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2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2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94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30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2" y="1681163"/>
            <a:ext cx="5157788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122" indent="0">
              <a:buNone/>
              <a:defRPr sz="2000" b="1"/>
            </a:lvl2pPr>
            <a:lvl3pPr marL="914240" indent="0">
              <a:buNone/>
              <a:defRPr sz="1799" b="1"/>
            </a:lvl3pPr>
            <a:lvl4pPr marL="1371359" indent="0">
              <a:buNone/>
              <a:defRPr sz="1599" b="1"/>
            </a:lvl4pPr>
            <a:lvl5pPr marL="1828478" indent="0">
              <a:buNone/>
              <a:defRPr sz="1599" b="1"/>
            </a:lvl5pPr>
            <a:lvl6pPr marL="2285597" indent="0">
              <a:buNone/>
              <a:defRPr sz="1599" b="1"/>
            </a:lvl6pPr>
            <a:lvl7pPr marL="2742718" indent="0">
              <a:buNone/>
              <a:defRPr sz="1599" b="1"/>
            </a:lvl7pPr>
            <a:lvl8pPr marL="3199837" indent="0">
              <a:buNone/>
              <a:defRPr sz="1599" b="1"/>
            </a:lvl8pPr>
            <a:lvl9pPr marL="3656958" indent="0">
              <a:buNone/>
              <a:defRPr sz="1599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2" y="2505076"/>
            <a:ext cx="51577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5" y="1681163"/>
            <a:ext cx="5183188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122" indent="0">
              <a:buNone/>
              <a:defRPr sz="2000" b="1"/>
            </a:lvl2pPr>
            <a:lvl3pPr marL="914240" indent="0">
              <a:buNone/>
              <a:defRPr sz="1799" b="1"/>
            </a:lvl3pPr>
            <a:lvl4pPr marL="1371359" indent="0">
              <a:buNone/>
              <a:defRPr sz="1599" b="1"/>
            </a:lvl4pPr>
            <a:lvl5pPr marL="1828478" indent="0">
              <a:buNone/>
              <a:defRPr sz="1599" b="1"/>
            </a:lvl5pPr>
            <a:lvl6pPr marL="2285597" indent="0">
              <a:buNone/>
              <a:defRPr sz="1599" b="1"/>
            </a:lvl6pPr>
            <a:lvl7pPr marL="2742718" indent="0">
              <a:buNone/>
              <a:defRPr sz="1599" b="1"/>
            </a:lvl7pPr>
            <a:lvl8pPr marL="3199837" indent="0">
              <a:buNone/>
              <a:defRPr sz="1599" b="1"/>
            </a:lvl8pPr>
            <a:lvl9pPr marL="3656958" indent="0">
              <a:buNone/>
              <a:defRPr sz="1599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5" y="2505076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200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753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175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91" y="987432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799"/>
            </a:lvl2pPr>
            <a:lvl3pPr>
              <a:defRPr sz="2399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599"/>
            </a:lvl1pPr>
            <a:lvl2pPr marL="457122" indent="0">
              <a:buNone/>
              <a:defRPr sz="1399"/>
            </a:lvl2pPr>
            <a:lvl3pPr marL="914240" indent="0">
              <a:buNone/>
              <a:defRPr sz="1201"/>
            </a:lvl3pPr>
            <a:lvl4pPr marL="1371359" indent="0">
              <a:buNone/>
              <a:defRPr sz="1000"/>
            </a:lvl4pPr>
            <a:lvl5pPr marL="1828478" indent="0">
              <a:buNone/>
              <a:defRPr sz="1000"/>
            </a:lvl5pPr>
            <a:lvl6pPr marL="2285597" indent="0">
              <a:buNone/>
              <a:defRPr sz="1000"/>
            </a:lvl6pPr>
            <a:lvl7pPr marL="2742718" indent="0">
              <a:buNone/>
              <a:defRPr sz="1000"/>
            </a:lvl7pPr>
            <a:lvl8pPr marL="3199837" indent="0">
              <a:buNone/>
              <a:defRPr sz="1000"/>
            </a:lvl8pPr>
            <a:lvl9pPr marL="3656958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330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91" y="987432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22" indent="0">
              <a:buNone/>
              <a:defRPr sz="2799"/>
            </a:lvl2pPr>
            <a:lvl3pPr marL="914240" indent="0">
              <a:buNone/>
              <a:defRPr sz="2399"/>
            </a:lvl3pPr>
            <a:lvl4pPr marL="1371359" indent="0">
              <a:buNone/>
              <a:defRPr sz="2000"/>
            </a:lvl4pPr>
            <a:lvl5pPr marL="1828478" indent="0">
              <a:buNone/>
              <a:defRPr sz="2000"/>
            </a:lvl5pPr>
            <a:lvl6pPr marL="2285597" indent="0">
              <a:buNone/>
              <a:defRPr sz="2000"/>
            </a:lvl6pPr>
            <a:lvl7pPr marL="2742718" indent="0">
              <a:buNone/>
              <a:defRPr sz="2000"/>
            </a:lvl7pPr>
            <a:lvl8pPr marL="3199837" indent="0">
              <a:buNone/>
              <a:defRPr sz="2000"/>
            </a:lvl8pPr>
            <a:lvl9pPr marL="3656958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599"/>
            </a:lvl1pPr>
            <a:lvl2pPr marL="457122" indent="0">
              <a:buNone/>
              <a:defRPr sz="1399"/>
            </a:lvl2pPr>
            <a:lvl3pPr marL="914240" indent="0">
              <a:buNone/>
              <a:defRPr sz="1201"/>
            </a:lvl3pPr>
            <a:lvl4pPr marL="1371359" indent="0">
              <a:buNone/>
              <a:defRPr sz="1000"/>
            </a:lvl4pPr>
            <a:lvl5pPr marL="1828478" indent="0">
              <a:buNone/>
              <a:defRPr sz="1000"/>
            </a:lvl5pPr>
            <a:lvl6pPr marL="2285597" indent="0">
              <a:buNone/>
              <a:defRPr sz="1000"/>
            </a:lvl6pPr>
            <a:lvl7pPr marL="2742718" indent="0">
              <a:buNone/>
              <a:defRPr sz="1000"/>
            </a:lvl7pPr>
            <a:lvl8pPr marL="3199837" indent="0">
              <a:buNone/>
              <a:defRPr sz="1000"/>
            </a:lvl8pPr>
            <a:lvl9pPr marL="3656958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141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910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3" y="365125"/>
            <a:ext cx="2628901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4" y="365125"/>
            <a:ext cx="7734299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204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3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4" y="6356358"/>
            <a:ext cx="27431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C8A650-7C7E-4E41-AB7C-EA322427679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6" y="6356358"/>
            <a:ext cx="411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5" y="6356358"/>
            <a:ext cx="27431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763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240" rtl="0" eaLnBrk="1" latinLnBrk="0" hangingPunct="1">
        <a:lnSpc>
          <a:spcPct val="90000"/>
        </a:lnSpc>
        <a:spcBef>
          <a:spcPct val="0"/>
        </a:spcBef>
        <a:buNone/>
        <a:defRPr sz="439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60" indent="-228560" algn="l" defTabSz="91424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680" indent="-228560" algn="l" defTabSz="91424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799" indent="-228560" algn="l" defTabSz="91424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919" indent="-228560" algn="l" defTabSz="91424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7039" indent="-228560" algn="l" defTabSz="91424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4157" indent="-228560" algn="l" defTabSz="91424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1276" indent="-228560" algn="l" defTabSz="91424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8398" indent="-228560" algn="l" defTabSz="91424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518" indent="-228560" algn="l" defTabSz="91424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4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122" algn="l" defTabSz="91424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algn="l" defTabSz="91424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359" algn="l" defTabSz="91424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478" algn="l" defTabSz="91424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597" algn="l" defTabSz="91424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718" algn="l" defTabSz="91424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837" algn="l" defTabSz="91424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958" algn="l" defTabSz="91424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0571" y="2219417"/>
            <a:ext cx="2847704" cy="1112992"/>
          </a:xfrm>
        </p:spPr>
        <p:txBody>
          <a:bodyPr vert="horz" anchor="b">
            <a:normAutofit/>
          </a:bodyPr>
          <a:lstStyle/>
          <a:p>
            <a:pPr algn="r"/>
            <a:r>
              <a:rPr lang="en-US" sz="7199" b="1" dirty="0">
                <a:solidFill>
                  <a:srgbClr val="002060"/>
                </a:solidFill>
              </a:rPr>
              <a:t>Flutter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336" y="390618"/>
            <a:ext cx="3541046" cy="541537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027669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" y="1616366"/>
            <a:ext cx="12192001" cy="236450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 smtClean="0"/>
              <a:t>Bottom Navigation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461936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637" y="-3175"/>
            <a:ext cx="12190731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Bottom Navigation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754910" y="2182276"/>
            <a:ext cx="3306618" cy="6927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94"/>
          <a:stretch/>
        </p:blipFill>
        <p:spPr>
          <a:xfrm>
            <a:off x="211860" y="792480"/>
            <a:ext cx="2548757" cy="521207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21"/>
          <a:stretch/>
        </p:blipFill>
        <p:spPr>
          <a:xfrm>
            <a:off x="3257223" y="792480"/>
            <a:ext cx="2838779" cy="521207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8"/>
          <a:stretch/>
        </p:blipFill>
        <p:spPr>
          <a:xfrm>
            <a:off x="6764928" y="792480"/>
            <a:ext cx="2905545" cy="521207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24619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637" y="-3175"/>
            <a:ext cx="12190731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Bottom Navigation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493653" y="1851351"/>
            <a:ext cx="3306618" cy="6927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3" name="Rectangle 2"/>
          <p:cNvSpPr/>
          <p:nvPr/>
        </p:nvSpPr>
        <p:spPr>
          <a:xfrm>
            <a:off x="191588" y="697189"/>
            <a:ext cx="119997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37" y="643255"/>
            <a:ext cx="523321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Consolas" panose="020B0609020204030204" pitchFamily="49" charset="0"/>
              </a:rPr>
              <a:t>final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List&lt;Widget&gt; screens = [</a:t>
            </a: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    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CustomerOrdersScreen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(),</a:t>
            </a:r>
          </a:p>
          <a:p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    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AddStockScreen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(),</a:t>
            </a:r>
          </a:p>
          <a:p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    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InventoryScreen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(),</a:t>
            </a:r>
          </a:p>
          <a:p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    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ReportScreen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(),</a:t>
            </a: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  ];</a:t>
            </a:r>
            <a:endParaRPr lang="en-US" b="0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2267171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selectedIndex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91588" y="2598104"/>
            <a:ext cx="3857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body: screens[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selectedIndex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],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3096445"/>
            <a:ext cx="53767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bottomNavigationBar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: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BottomNavigationBar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(</a:t>
            </a:r>
            <a:endParaRPr lang="en-US" b="0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166734" y="697189"/>
            <a:ext cx="6096000" cy="507831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items: [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BottomNavigationBarItem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icon: Icon(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Icons.receipt_long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),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label: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"Orders"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),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BottomNavigationBarItem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icon: Icon(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Icons.add_box_rounded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),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label: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"Add Stock"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),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BottomNavigationBarItem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icon: Icon(Icons.inventory_2),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label: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"Inventory"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),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BottomNavigationBarItem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icon: Icon(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Icons.bar_chart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),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label: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"Reports"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),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 ],</a:t>
            </a:r>
            <a:endParaRPr lang="en-US" b="0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17714" y="3436107"/>
            <a:ext cx="3857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currentIndex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selectedIndex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18011" y="4021497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onTap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 (index)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setState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(()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selectedIndex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index;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});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},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358359" y="5961890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7632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11" grpId="0"/>
      <p:bldP spid="12" grpId="0"/>
      <p:bldP spid="13" grpId="0"/>
      <p:bldP spid="14" grpId="0"/>
      <p:bldP spid="1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2326</TotalTime>
  <Words>25</Words>
  <Application>Microsoft Office PowerPoint</Application>
  <PresentationFormat>Widescreen</PresentationFormat>
  <Paragraphs>39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Consolas</vt:lpstr>
      <vt:lpstr>Office Theme</vt:lpstr>
      <vt:lpstr>Flutter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Umar Farooq</dc:creator>
  <cp:lastModifiedBy>Umar Farooq</cp:lastModifiedBy>
  <cp:revision>99</cp:revision>
  <dcterms:created xsi:type="dcterms:W3CDTF">2025-09-17T09:03:48Z</dcterms:created>
  <dcterms:modified xsi:type="dcterms:W3CDTF">2025-11-28T06:14:58Z</dcterms:modified>
</cp:coreProperties>
</file>