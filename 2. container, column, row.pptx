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63" r:id="rId4"/>
    <p:sldId id="256" r:id="rId5"/>
    <p:sldId id="257" r:id="rId6"/>
    <p:sldId id="258" r:id="rId7"/>
    <p:sldId id="259" r:id="rId8"/>
    <p:sldId id="260" r:id="rId9"/>
    <p:sldId id="261" r:id="rId10"/>
    <p:sldId id="272" r:id="rId11"/>
    <p:sldId id="262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5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0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3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0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A650-7C7E-4E41-AB7C-EA3224276799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0" y="2219416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200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5" y="390618"/>
            <a:ext cx="3541047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76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9970" y="1608977"/>
            <a:ext cx="476781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Container</a:t>
            </a:r>
          </a:p>
          <a:p>
            <a:endParaRPr lang="en-US" sz="3200" b="1" dirty="0" smtClean="0">
              <a:solidFill>
                <a:srgbClr val="0070C0"/>
              </a:solidFill>
            </a:endParaRPr>
          </a:p>
          <a:p>
            <a:r>
              <a:rPr lang="en-US" sz="3200" b="1" dirty="0" smtClean="0">
                <a:solidFill>
                  <a:srgbClr val="0070C0"/>
                </a:solidFill>
              </a:rPr>
              <a:t>Row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 smtClean="0">
              <a:solidFill>
                <a:srgbClr val="0070C0"/>
              </a:solidFill>
            </a:endParaRPr>
          </a:p>
          <a:p>
            <a:r>
              <a:rPr lang="en-US" sz="3200" b="1" dirty="0" smtClean="0">
                <a:solidFill>
                  <a:srgbClr val="0070C0"/>
                </a:solidFill>
              </a:rPr>
              <a:t>Column</a:t>
            </a:r>
          </a:p>
          <a:p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Container </a:t>
            </a:r>
            <a:r>
              <a:rPr lang="en-US" sz="4000" dirty="0" smtClean="0"/>
              <a:t>Widget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1816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5708" y="1951427"/>
            <a:ext cx="52000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Container(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height: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width: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color: </a:t>
            </a:r>
            <a:r>
              <a:rPr lang="en-US" sz="2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Colors.amber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),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685" y="1378771"/>
            <a:ext cx="2650259" cy="42646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Container Widget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7979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685" y="1378771"/>
            <a:ext cx="2650259" cy="42646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Container Widget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803564" y="1822303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Container(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height: </a:t>
            </a:r>
            <a:r>
              <a:rPr lang="en-US" sz="24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width: </a:t>
            </a:r>
            <a:r>
              <a:rPr lang="en-US" sz="24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decoration: </a:t>
            </a:r>
            <a:r>
              <a:rPr lang="en-US" sz="2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BoxDecoration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color: </a:t>
            </a:r>
            <a:r>
              <a:rPr lang="en-US" sz="2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Colors.amber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),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11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Container Widget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766618" y="1794594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Container(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height: </a:t>
            </a:r>
            <a:r>
              <a:rPr lang="en-US" sz="24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width: </a:t>
            </a:r>
            <a:r>
              <a:rPr lang="en-US" sz="24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decoration: </a:t>
            </a:r>
            <a:r>
              <a:rPr lang="en-US" sz="2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BoxDecoration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color: </a:t>
            </a:r>
            <a:r>
              <a:rPr lang="en-US" sz="2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Colors.amber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border: </a:t>
            </a:r>
            <a:r>
              <a:rPr lang="en-US" sz="2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Border.all</a:t>
            </a: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US" sz="2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),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394" y="1372985"/>
            <a:ext cx="2705679" cy="31805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599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Container Widget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738909" y="1425368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Container(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height: </a:t>
            </a:r>
            <a:r>
              <a:rPr lang="en-US" sz="20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width: </a:t>
            </a:r>
            <a:r>
              <a:rPr lang="en-US" sz="20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decoration: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BoxDecoration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color: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Colors.amber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border: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Border.all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child: Center(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child: Text(</a:t>
            </a:r>
            <a:r>
              <a:rPr lang="en-US" sz="20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Container'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,style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             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TextStyle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,),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648" y="1159856"/>
            <a:ext cx="2768139" cy="31805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879" y="1159856"/>
            <a:ext cx="2705679" cy="31805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856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Container Widget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637309" y="1240320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Center(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child: Container(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height: </a:t>
            </a:r>
            <a:r>
              <a:rPr lang="en-US" sz="20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width: </a:t>
            </a:r>
            <a:r>
              <a:rPr lang="en-US" sz="20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color: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Colors.red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309" y="1240320"/>
            <a:ext cx="238506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6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Container Widget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424872" y="1240320"/>
            <a:ext cx="756458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Center(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child: Container(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height: </a:t>
            </a:r>
            <a:r>
              <a:rPr lang="en-US" sz="20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width: </a:t>
            </a:r>
            <a:r>
              <a:rPr lang="en-US" sz="20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color: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Colors.red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sz="2000" b="1" dirty="0" smtClean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child: Center(</a:t>
            </a:r>
          </a:p>
          <a:p>
            <a:r>
              <a:rPr lang="en-US" sz="2000" b="1" dirty="0" smtClean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child: Container(height: 200,width: 200,</a:t>
            </a:r>
          </a:p>
          <a:p>
            <a:r>
              <a:rPr lang="en-US" sz="2000" b="1" dirty="0" smtClean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color: </a:t>
            </a:r>
            <a:r>
              <a:rPr lang="en-US" sz="2000" b="1" dirty="0" err="1" smtClean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Colors.blue</a:t>
            </a:r>
            <a:r>
              <a:rPr lang="en-US" sz="2000" b="1" dirty="0" smtClean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1" dirty="0" smtClean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),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),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US" sz="20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132" y="925022"/>
            <a:ext cx="2392680" cy="286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9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Column Widget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8404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Column Widget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258618" y="1415718"/>
            <a:ext cx="6954981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Column(</a:t>
            </a:r>
          </a:p>
          <a:p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children: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 smtClean="0"/>
              <a:t>Container(height</a:t>
            </a:r>
            <a:r>
              <a:rPr lang="en-US" dirty="0"/>
              <a:t>: 100,width: 100,color: </a:t>
            </a:r>
            <a:r>
              <a:rPr lang="en-US" dirty="0" err="1"/>
              <a:t>Colors.red</a:t>
            </a:r>
            <a:r>
              <a:rPr lang="en-US" dirty="0"/>
              <a:t>,),</a:t>
            </a:r>
          </a:p>
          <a:p>
            <a:r>
              <a:rPr lang="en-US" dirty="0"/>
              <a:t>          </a:t>
            </a:r>
            <a:r>
              <a:rPr lang="en-US" dirty="0" smtClean="0"/>
              <a:t>              Container(height</a:t>
            </a:r>
            <a:r>
              <a:rPr lang="en-US" dirty="0"/>
              <a:t>: 100,width: 100,color: </a:t>
            </a:r>
            <a:r>
              <a:rPr lang="en-US" dirty="0" err="1"/>
              <a:t>Colors.blue</a:t>
            </a:r>
            <a:r>
              <a:rPr lang="en-US" dirty="0"/>
              <a:t>,),</a:t>
            </a:r>
          </a:p>
          <a:p>
            <a:endParaRPr lang="en-US" sz="200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</a:p>
          <a:p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endParaRPr lang="en-US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277" y="1175211"/>
            <a:ext cx="3154449" cy="50500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386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Column Widget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258618" y="1415718"/>
            <a:ext cx="695498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Column(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/>
              <a:t>   </a:t>
            </a:r>
            <a:r>
              <a:rPr lang="en-US" dirty="0" err="1"/>
              <a:t>mainAxisAlignment</a:t>
            </a:r>
            <a:r>
              <a:rPr lang="en-US" dirty="0"/>
              <a:t>: </a:t>
            </a:r>
            <a:r>
              <a:rPr lang="en-US" dirty="0" err="1"/>
              <a:t>MainAxisAlignment.center</a:t>
            </a:r>
            <a:r>
              <a:rPr lang="en-US" dirty="0" smtClean="0"/>
              <a:t>,</a:t>
            </a:r>
            <a:endParaRPr lang="en-US" sz="200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children: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 smtClean="0"/>
              <a:t>Container(height</a:t>
            </a:r>
            <a:r>
              <a:rPr lang="en-US" dirty="0"/>
              <a:t>: 100,width: 100,color: </a:t>
            </a:r>
            <a:r>
              <a:rPr lang="en-US" dirty="0" err="1"/>
              <a:t>Colors.red</a:t>
            </a:r>
            <a:r>
              <a:rPr lang="en-US" dirty="0"/>
              <a:t>,),</a:t>
            </a:r>
          </a:p>
          <a:p>
            <a:r>
              <a:rPr lang="en-US" dirty="0"/>
              <a:t>          </a:t>
            </a:r>
            <a:r>
              <a:rPr lang="en-US" dirty="0" smtClean="0"/>
              <a:t>              Container(height</a:t>
            </a:r>
            <a:r>
              <a:rPr lang="en-US" dirty="0"/>
              <a:t>: 100,width: 100,color: </a:t>
            </a:r>
            <a:r>
              <a:rPr lang="en-US" dirty="0" err="1"/>
              <a:t>Colors.blue</a:t>
            </a:r>
            <a:r>
              <a:rPr lang="en-US" dirty="0"/>
              <a:t>,),</a:t>
            </a:r>
          </a:p>
          <a:p>
            <a:endParaRPr lang="en-US" sz="200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</a:p>
          <a:p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r>
              <a:rPr lang="en-US" sz="200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endParaRPr lang="en-US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277" y="1175211"/>
            <a:ext cx="3154449" cy="50500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150" y="1175210"/>
            <a:ext cx="3237575" cy="50500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214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Column Widget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646546" y="1129712"/>
            <a:ext cx="840509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Column(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children: 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[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Container(height: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Colors.red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Container(height: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Colors.blue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],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397" y="941532"/>
            <a:ext cx="2385060" cy="5067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946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Column Widget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646546" y="1129712"/>
            <a:ext cx="840509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Column(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dirty="0"/>
              <a:t>    </a:t>
            </a:r>
            <a:r>
              <a:rPr lang="en-US" dirty="0" err="1"/>
              <a:t>crossAxisAlignment</a:t>
            </a:r>
            <a:r>
              <a:rPr lang="en-US" dirty="0"/>
              <a:t>: </a:t>
            </a:r>
            <a:r>
              <a:rPr lang="en-US" dirty="0" err="1"/>
              <a:t>CrossAxisAlignment.end</a:t>
            </a:r>
            <a:r>
              <a:rPr lang="en-US" dirty="0"/>
              <a:t>,</a:t>
            </a:r>
          </a:p>
          <a:p>
            <a:endParaRPr lang="en-US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children: 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[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Container(height: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Colors.red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Container(height: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Colors.blue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],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397" y="941532"/>
            <a:ext cx="2385060" cy="5067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2"/>
          <a:stretch/>
        </p:blipFill>
        <p:spPr>
          <a:xfrm>
            <a:off x="9355397" y="1228436"/>
            <a:ext cx="2400300" cy="47803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51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Row Widget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1926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Row Widget</a:t>
            </a:r>
            <a:endParaRPr lang="en-US" sz="4000" dirty="0"/>
          </a:p>
        </p:txBody>
      </p:sp>
      <p:sp>
        <p:nvSpPr>
          <p:cNvPr id="6" name="Rectangle 5"/>
          <p:cNvSpPr/>
          <p:nvPr/>
        </p:nvSpPr>
        <p:spPr>
          <a:xfrm>
            <a:off x="535708" y="1452940"/>
            <a:ext cx="83034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Row(     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children: 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[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Container(height: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Colors.red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Container(height: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Colors.blue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0"/>
          <a:stretch/>
        </p:blipFill>
        <p:spPr>
          <a:xfrm>
            <a:off x="9126682" y="1228435"/>
            <a:ext cx="2769754" cy="42302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377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Row Widget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101599" y="1342196"/>
            <a:ext cx="895927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Row(     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mainAxisAlignment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MainAxisAlignment.</a:t>
            </a:r>
            <a:r>
              <a:rPr lang="en-US" b="0" dirty="0" err="1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children: 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[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Container(height: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Colors.red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Container(height: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Colors.blue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>
          <a:xfrm>
            <a:off x="8967470" y="1339272"/>
            <a:ext cx="2385060" cy="36298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597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Row Widget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101599" y="1342196"/>
            <a:ext cx="89592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Row(     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children:  [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Container(height: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Colors.red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Container(height: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Colors.blue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676" y="1090467"/>
            <a:ext cx="2852305" cy="3666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167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Row Widget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101599" y="1342196"/>
            <a:ext cx="89592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Row( 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dirty="0"/>
              <a:t>     </a:t>
            </a:r>
            <a:r>
              <a:rPr lang="en-US" dirty="0" err="1"/>
              <a:t>crossAxisAlignment</a:t>
            </a:r>
            <a:r>
              <a:rPr lang="en-US" dirty="0"/>
              <a:t>: </a:t>
            </a:r>
            <a:r>
              <a:rPr lang="en-US" dirty="0" err="1"/>
              <a:t>CrossAxisAlignment.start</a:t>
            </a:r>
            <a:r>
              <a:rPr lang="en-US" dirty="0" smtClean="0"/>
              <a:t>,</a:t>
            </a:r>
            <a:endParaRPr lang="en-US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children:  [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Container(height: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Colors.red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Container(height: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,width: </a:t>
            </a:r>
            <a:r>
              <a:rPr lang="en-US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,color: </a:t>
            </a:r>
            <a:r>
              <a:rPr lang="en-US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Colors.blue</a:t>
            </a: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,),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r>
              <a:rPr lang="en-US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676" y="1090467"/>
            <a:ext cx="2852305" cy="3666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675" y="1090466"/>
            <a:ext cx="2852306" cy="3666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000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66</Words>
  <Application>Microsoft Office PowerPoint</Application>
  <PresentationFormat>Widescreen</PresentationFormat>
  <Paragraphs>141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Office Theme</vt:lpstr>
      <vt:lpstr>Flutter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Umar Farooq</dc:creator>
  <cp:lastModifiedBy>Umar Farooq</cp:lastModifiedBy>
  <cp:revision>9</cp:revision>
  <dcterms:created xsi:type="dcterms:W3CDTF">2025-09-17T09:03:48Z</dcterms:created>
  <dcterms:modified xsi:type="dcterms:W3CDTF">2025-09-17T10:57:38Z</dcterms:modified>
</cp:coreProperties>
</file>