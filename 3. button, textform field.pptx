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63" r:id="rId4"/>
    <p:sldId id="277" r:id="rId5"/>
    <p:sldId id="256" r:id="rId6"/>
    <p:sldId id="275" r:id="rId7"/>
    <p:sldId id="257" r:id="rId8"/>
    <p:sldId id="276" r:id="rId9"/>
    <p:sldId id="278" r:id="rId10"/>
    <p:sldId id="279" r:id="rId11"/>
    <p:sldId id="280" r:id="rId12"/>
    <p:sldId id="281" r:id="rId13"/>
    <p:sldId id="282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2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5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0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30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4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1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0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8A650-7C7E-4E41-AB7C-EA322427679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EC95F-3ADE-493E-A27D-B5E424F163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0" y="2219416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200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5" y="390618"/>
            <a:ext cx="3541047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276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9970" y="1855198"/>
            <a:ext cx="47678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Buttons</a:t>
            </a: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r>
              <a:rPr lang="en-US" sz="3200" b="1" dirty="0" err="1" smtClean="0">
                <a:solidFill>
                  <a:srgbClr val="0070C0"/>
                </a:solidFill>
              </a:rPr>
              <a:t>TextFormField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Button Widget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1816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Button Widget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6631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Elevated Button</a:t>
            </a:r>
            <a:endParaRPr lang="en-US" sz="4000" dirty="0"/>
          </a:p>
        </p:txBody>
      </p:sp>
      <p:sp>
        <p:nvSpPr>
          <p:cNvPr id="5" name="Rectangle 4"/>
          <p:cNvSpPr/>
          <p:nvPr/>
        </p:nvSpPr>
        <p:spPr>
          <a:xfrm>
            <a:off x="138545" y="1258654"/>
            <a:ext cx="749992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ElevatedButton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onPressed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 smtClean="0"/>
              <a:t>( ){</a:t>
            </a:r>
            <a:endParaRPr lang="en-US" dirty="0"/>
          </a:p>
          <a:p>
            <a:r>
              <a:rPr lang="en-US" dirty="0"/>
              <a:t>            </a:t>
            </a:r>
          </a:p>
          <a:p>
            <a:r>
              <a:rPr lang="en-US" dirty="0"/>
              <a:t>          }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child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dirty="0"/>
              <a:t>Text('Add</a:t>
            </a:r>
            <a:r>
              <a:rPr lang="en-US" dirty="0" smtClean="0"/>
              <a:t>'),</a:t>
            </a:r>
          </a:p>
          <a:p>
            <a:endParaRPr lang="en-US" dirty="0" smtClean="0"/>
          </a:p>
          <a:p>
            <a:r>
              <a:rPr lang="en-US" dirty="0"/>
              <a:t> </a:t>
            </a:r>
            <a:r>
              <a:rPr lang="en-US" b="1" dirty="0">
                <a:solidFill>
                  <a:srgbClr val="0070C0"/>
                </a:solidFill>
              </a:rPr>
              <a:t>style: </a:t>
            </a:r>
            <a:r>
              <a:rPr lang="en-US" b="1" dirty="0" err="1">
                <a:solidFill>
                  <a:srgbClr val="0070C0"/>
                </a:solidFill>
              </a:rPr>
              <a:t>ElevatedButton.styleFrom</a:t>
            </a:r>
            <a:r>
              <a:rPr lang="en-US" b="1" dirty="0">
                <a:solidFill>
                  <a:srgbClr val="0070C0"/>
                </a:solidFill>
              </a:rPr>
              <a:t>(</a:t>
            </a:r>
          </a:p>
          <a:p>
            <a:r>
              <a:rPr lang="en-US" b="1" dirty="0">
                <a:solidFill>
                  <a:srgbClr val="0070C0"/>
                </a:solidFill>
              </a:rPr>
              <a:t>            </a:t>
            </a:r>
            <a:r>
              <a:rPr lang="en-US" b="1" dirty="0" err="1">
                <a:solidFill>
                  <a:srgbClr val="0070C0"/>
                </a:solidFill>
              </a:rPr>
              <a:t>backgroundColor</a:t>
            </a:r>
            <a:r>
              <a:rPr lang="en-US" b="1" dirty="0">
                <a:solidFill>
                  <a:srgbClr val="0070C0"/>
                </a:solidFill>
              </a:rPr>
              <a:t>: </a:t>
            </a:r>
            <a:r>
              <a:rPr lang="en-US" b="1" dirty="0" err="1">
                <a:solidFill>
                  <a:srgbClr val="0070C0"/>
                </a:solidFill>
              </a:rPr>
              <a:t>Colors.blue</a:t>
            </a:r>
            <a:r>
              <a:rPr lang="en-US" b="1" dirty="0">
                <a:solidFill>
                  <a:srgbClr val="0070C0"/>
                </a:solidFill>
              </a:rPr>
              <a:t>,</a:t>
            </a:r>
          </a:p>
          <a:p>
            <a:r>
              <a:rPr lang="en-US" b="1" dirty="0">
                <a:solidFill>
                  <a:srgbClr val="0070C0"/>
                </a:solidFill>
              </a:rPr>
              <a:t>            </a:t>
            </a:r>
            <a:r>
              <a:rPr lang="en-US" b="1" dirty="0" err="1">
                <a:solidFill>
                  <a:srgbClr val="0070C0"/>
                </a:solidFill>
              </a:rPr>
              <a:t>foregroundColor</a:t>
            </a:r>
            <a:r>
              <a:rPr lang="en-US" b="1" dirty="0">
                <a:solidFill>
                  <a:srgbClr val="0070C0"/>
                </a:solidFill>
              </a:rPr>
              <a:t>: </a:t>
            </a:r>
            <a:r>
              <a:rPr lang="en-US" b="1" dirty="0" err="1">
                <a:solidFill>
                  <a:srgbClr val="0070C0"/>
                </a:solidFill>
              </a:rPr>
              <a:t>Colors.white</a:t>
            </a:r>
            <a:r>
              <a:rPr lang="en-US" b="1" dirty="0">
                <a:solidFill>
                  <a:srgbClr val="0070C0"/>
                </a:solidFill>
              </a:rPr>
              <a:t>,</a:t>
            </a:r>
          </a:p>
          <a:p>
            <a:r>
              <a:rPr lang="en-US" b="1" dirty="0">
                <a:solidFill>
                  <a:srgbClr val="0070C0"/>
                </a:solidFill>
              </a:rPr>
              <a:t>            </a:t>
            </a:r>
            <a:r>
              <a:rPr lang="en-US" b="1" dirty="0" err="1">
                <a:solidFill>
                  <a:srgbClr val="0070C0"/>
                </a:solidFill>
              </a:rPr>
              <a:t>textStyle</a:t>
            </a:r>
            <a:r>
              <a:rPr lang="en-US" b="1" dirty="0">
                <a:solidFill>
                  <a:srgbClr val="0070C0"/>
                </a:solidFill>
              </a:rPr>
              <a:t>: </a:t>
            </a:r>
            <a:r>
              <a:rPr lang="en-US" b="1" dirty="0" err="1">
                <a:solidFill>
                  <a:srgbClr val="0070C0"/>
                </a:solidFill>
              </a:rPr>
              <a:t>TextStyle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b="1" dirty="0" err="1">
                <a:solidFill>
                  <a:srgbClr val="0070C0"/>
                </a:solidFill>
              </a:rPr>
              <a:t>fontSize</a:t>
            </a:r>
            <a:r>
              <a:rPr lang="en-US" b="1" dirty="0">
                <a:solidFill>
                  <a:srgbClr val="0070C0"/>
                </a:solidFill>
              </a:rPr>
              <a:t>: 20,fontWeight: </a:t>
            </a:r>
            <a:r>
              <a:rPr lang="en-US" b="1" dirty="0" err="1">
                <a:solidFill>
                  <a:srgbClr val="0070C0"/>
                </a:solidFill>
              </a:rPr>
              <a:t>FontWeight.bold</a:t>
            </a:r>
            <a:r>
              <a:rPr lang="en-US" b="1" dirty="0">
                <a:solidFill>
                  <a:srgbClr val="0070C0"/>
                </a:solidFill>
              </a:rPr>
              <a:t>),</a:t>
            </a:r>
          </a:p>
          <a:p>
            <a:r>
              <a:rPr lang="en-US" b="1" dirty="0">
                <a:solidFill>
                  <a:srgbClr val="0070C0"/>
                </a:solidFill>
              </a:rPr>
              <a:t>            </a:t>
            </a:r>
            <a:r>
              <a:rPr lang="en-US" b="1" dirty="0" err="1">
                <a:solidFill>
                  <a:srgbClr val="0070C0"/>
                </a:solidFill>
              </a:rPr>
              <a:t>minimumSize</a:t>
            </a:r>
            <a:r>
              <a:rPr lang="en-US" b="1" dirty="0">
                <a:solidFill>
                  <a:srgbClr val="0070C0"/>
                </a:solidFill>
              </a:rPr>
              <a:t>: Size(150, 50)</a:t>
            </a:r>
          </a:p>
          <a:p>
            <a:r>
              <a:rPr lang="en-US" b="1" dirty="0">
                <a:solidFill>
                  <a:srgbClr val="0070C0"/>
                </a:solidFill>
              </a:rPr>
              <a:t>          </a:t>
            </a:r>
            <a:r>
              <a:rPr lang="en-US" b="1" dirty="0" smtClean="0">
                <a:solidFill>
                  <a:srgbClr val="0070C0"/>
                </a:solidFill>
              </a:rPr>
              <a:t>),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723" y="1103330"/>
            <a:ext cx="3467677" cy="37734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722" y="1103329"/>
            <a:ext cx="3467677" cy="377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9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Icon Button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101600" y="1194045"/>
            <a:ext cx="54402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IconButton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24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onPressed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 (){ 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 ,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icon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 Icon(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Icons.delete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276" y="1366751"/>
            <a:ext cx="1823142" cy="22402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46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Text Button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350981" y="1600353"/>
            <a:ext cx="4802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TextButton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onPressed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: (){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}, </a:t>
            </a:r>
            <a:endParaRPr lang="en-US" sz="20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child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: Text(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'OK</a:t>
            </a:r>
            <a:r>
              <a:rPr lang="en-US" sz="2000" b="1" dirty="0" smtClean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415" y="1330036"/>
            <a:ext cx="1968730" cy="25170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511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Text Button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350981" y="1600353"/>
            <a:ext cx="480291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TextButton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onPressed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: (){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}, </a:t>
            </a:r>
            <a:endParaRPr lang="en-US" sz="20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child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: Text(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'OK</a:t>
            </a:r>
            <a:r>
              <a:rPr lang="en-US" sz="2000" b="1" dirty="0" smtClean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415" y="1330036"/>
            <a:ext cx="1968730" cy="25170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617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616363"/>
            <a:ext cx="12192000" cy="236450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Text Form Field</a:t>
            </a:r>
            <a:r>
              <a:rPr lang="en-US" sz="4000" dirty="0" smtClean="0"/>
              <a:t> </a:t>
            </a:r>
            <a:r>
              <a:rPr lang="en-US" sz="4000" dirty="0" smtClean="0"/>
              <a:t>Widget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3546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Text Button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344678" y="1794225"/>
            <a:ext cx="256352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TextFormField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5"/>
          <a:stretch/>
        </p:blipFill>
        <p:spPr>
          <a:xfrm>
            <a:off x="7391615" y="932873"/>
            <a:ext cx="3153787" cy="558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3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Text Button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344678" y="1794225"/>
            <a:ext cx="256352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TextFormField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4"/>
          <a:stretch/>
        </p:blipFill>
        <p:spPr>
          <a:xfrm>
            <a:off x="8067318" y="1031318"/>
            <a:ext cx="2683809" cy="45566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836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Text Button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344678" y="1794225"/>
            <a:ext cx="3980705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TextFormField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decoration: </a:t>
            </a:r>
            <a:r>
              <a:rPr lang="en-US" sz="2000" b="1" dirty="0" err="1">
                <a:solidFill>
                  <a:srgbClr val="FF0000"/>
                </a:solidFill>
              </a:rPr>
              <a:t>InputDecoration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           </a:t>
            </a:r>
            <a:r>
              <a:rPr lang="en-US" sz="2000" b="1" dirty="0">
                <a:solidFill>
                  <a:srgbClr val="002060"/>
                </a:solidFill>
              </a:rPr>
              <a:t> border: </a:t>
            </a:r>
            <a:r>
              <a:rPr lang="en-US" sz="2000" b="1" dirty="0" err="1">
                <a:solidFill>
                  <a:srgbClr val="002060"/>
                </a:solidFill>
              </a:rPr>
              <a:t>OutlineInputBorder</a:t>
            </a:r>
            <a:r>
              <a:rPr lang="en-US" sz="2000" b="1" dirty="0">
                <a:solidFill>
                  <a:srgbClr val="002060"/>
                </a:solidFill>
              </a:rPr>
              <a:t>()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          ),</a:t>
            </a:r>
          </a:p>
          <a:p>
            <a:endParaRPr lang="en-US" sz="24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4"/>
          <a:stretch/>
        </p:blipFill>
        <p:spPr>
          <a:xfrm>
            <a:off x="8067318" y="1031318"/>
            <a:ext cx="2683809" cy="4556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318" y="1031318"/>
            <a:ext cx="2683809" cy="50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4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Text Button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344678" y="1794225"/>
            <a:ext cx="4763031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TextFormField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decoration: </a:t>
            </a:r>
            <a:r>
              <a:rPr lang="en-US" sz="2000" b="1" dirty="0" err="1">
                <a:solidFill>
                  <a:srgbClr val="FF0000"/>
                </a:solidFill>
              </a:rPr>
              <a:t>InputDecoration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           </a:t>
            </a:r>
            <a:r>
              <a:rPr lang="en-US" sz="2000" b="1" dirty="0">
                <a:solidFill>
                  <a:srgbClr val="002060"/>
                </a:solidFill>
              </a:rPr>
              <a:t> border: </a:t>
            </a:r>
            <a:r>
              <a:rPr lang="en-US" sz="2000" b="1" dirty="0" err="1">
                <a:solidFill>
                  <a:srgbClr val="002060"/>
                </a:solidFill>
              </a:rPr>
              <a:t>OutlineInputBorder</a:t>
            </a:r>
            <a:r>
              <a:rPr lang="en-US" sz="2000" b="1" dirty="0" smtClean="0">
                <a:solidFill>
                  <a:srgbClr val="002060"/>
                </a:solidFill>
              </a:rPr>
              <a:t>(),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</a:rPr>
              <a:t>           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 smtClean="0">
                <a:solidFill>
                  <a:srgbClr val="002060"/>
                </a:solidFill>
              </a:rPr>
              <a:t>         </a:t>
            </a:r>
            <a:r>
              <a:rPr lang="de-DE" sz="2400" b="1" dirty="0" smtClean="0">
                <a:solidFill>
                  <a:srgbClr val="7030A0"/>
                </a:solidFill>
              </a:rPr>
              <a:t>hintText</a:t>
            </a:r>
            <a:r>
              <a:rPr lang="de-DE" sz="2400" b="1" dirty="0">
                <a:solidFill>
                  <a:srgbClr val="7030A0"/>
                </a:solidFill>
              </a:rPr>
              <a:t>: 'Enter name',</a:t>
            </a:r>
          </a:p>
          <a:p>
            <a:r>
              <a:rPr lang="de-DE" sz="2400" b="1" dirty="0">
                <a:solidFill>
                  <a:srgbClr val="7030A0"/>
                </a:solidFill>
              </a:rPr>
              <a:t>            labelText: 'Enter name'</a:t>
            </a:r>
          </a:p>
          <a:p>
            <a:endParaRPr lang="en-US" sz="2000" b="1" dirty="0" smtClean="0">
              <a:solidFill>
                <a:srgbClr val="002060"/>
              </a:solidFill>
            </a:endParaRPr>
          </a:p>
          <a:p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</a:rPr>
              <a:t>       </a:t>
            </a:r>
            <a:endParaRPr lang="en-US" sz="2000" b="1" dirty="0">
              <a:solidFill>
                <a:srgbClr val="00206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          ),</a:t>
            </a:r>
          </a:p>
          <a:p>
            <a:endParaRPr lang="en-US" sz="24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154" y="1206810"/>
            <a:ext cx="2683809" cy="5006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154" y="1206810"/>
            <a:ext cx="2796540" cy="5006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154" y="1206810"/>
            <a:ext cx="2796540" cy="50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9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75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Text Button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1" y="1851120"/>
            <a:ext cx="46736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TextFormField</a:t>
            </a:r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endParaRPr lang="en-US" sz="24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B050"/>
                </a:solidFill>
              </a:rPr>
              <a:t>controller: </a:t>
            </a:r>
            <a:r>
              <a:rPr lang="en-US" sz="2400" b="1" dirty="0" err="1">
                <a:solidFill>
                  <a:srgbClr val="00B050"/>
                </a:solidFill>
              </a:rPr>
              <a:t>nameController</a:t>
            </a:r>
            <a:r>
              <a:rPr lang="en-US" sz="2400" b="1" dirty="0">
                <a:solidFill>
                  <a:srgbClr val="00B050"/>
                </a:solidFill>
              </a:rPr>
              <a:t>,</a:t>
            </a: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decoration: </a:t>
            </a:r>
            <a:r>
              <a:rPr lang="en-US" sz="2000" b="1" dirty="0" err="1">
                <a:solidFill>
                  <a:srgbClr val="FF0000"/>
                </a:solidFill>
              </a:rPr>
              <a:t>InputDecoration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           </a:t>
            </a:r>
            <a:r>
              <a:rPr lang="en-US" sz="2000" b="1" dirty="0">
                <a:solidFill>
                  <a:srgbClr val="002060"/>
                </a:solidFill>
              </a:rPr>
              <a:t> border: </a:t>
            </a:r>
            <a:r>
              <a:rPr lang="en-US" sz="2000" b="1" dirty="0" err="1">
                <a:solidFill>
                  <a:srgbClr val="002060"/>
                </a:solidFill>
              </a:rPr>
              <a:t>OutlineInputBorder</a:t>
            </a:r>
            <a:r>
              <a:rPr lang="en-US" sz="2000" b="1" dirty="0" smtClean="0">
                <a:solidFill>
                  <a:srgbClr val="002060"/>
                </a:solidFill>
              </a:rPr>
              <a:t>(),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</a:rPr>
              <a:t>           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dirty="0" smtClean="0">
                <a:solidFill>
                  <a:srgbClr val="002060"/>
                </a:solidFill>
              </a:rPr>
              <a:t>         </a:t>
            </a:r>
            <a:r>
              <a:rPr lang="de-DE" sz="2400" b="1" dirty="0" smtClean="0">
                <a:solidFill>
                  <a:srgbClr val="7030A0"/>
                </a:solidFill>
              </a:rPr>
              <a:t>hintText</a:t>
            </a:r>
            <a:r>
              <a:rPr lang="de-DE" sz="2400" b="1" dirty="0">
                <a:solidFill>
                  <a:srgbClr val="7030A0"/>
                </a:solidFill>
              </a:rPr>
              <a:t>: 'Enter name',</a:t>
            </a:r>
          </a:p>
          <a:p>
            <a:r>
              <a:rPr lang="de-DE" sz="2400" b="1" dirty="0">
                <a:solidFill>
                  <a:srgbClr val="7030A0"/>
                </a:solidFill>
              </a:rPr>
              <a:t>            labelText: 'Enter name'</a:t>
            </a:r>
          </a:p>
          <a:p>
            <a:endParaRPr lang="en-US" sz="2000" b="1" dirty="0" smtClean="0">
              <a:solidFill>
                <a:srgbClr val="002060"/>
              </a:solidFill>
            </a:endParaRPr>
          </a:p>
          <a:p>
            <a:r>
              <a:rPr lang="en-US" sz="2000" b="1" dirty="0">
                <a:solidFill>
                  <a:srgbClr val="002060"/>
                </a:solidFill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</a:rPr>
              <a:t>       </a:t>
            </a:r>
            <a:endParaRPr lang="en-US" sz="2000" b="1" dirty="0">
              <a:solidFill>
                <a:srgbClr val="00206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          </a:t>
            </a:r>
            <a:r>
              <a:rPr lang="en-US" sz="2000" b="1" dirty="0" smtClean="0">
                <a:solidFill>
                  <a:srgbClr val="FF0000"/>
                </a:solidFill>
              </a:rPr>
              <a:t>),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710" y="1851120"/>
            <a:ext cx="2796540" cy="50068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9309" y="944155"/>
            <a:ext cx="107234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TextEditingController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nameController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=</a:t>
            </a:r>
            <a:r>
              <a:rPr lang="en-US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TextEditingController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();</a:t>
            </a:r>
            <a:endParaRPr lang="en-US" sz="2400" b="1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83844" y="1753129"/>
            <a:ext cx="52035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 String name=</a:t>
            </a:r>
            <a:r>
              <a:rPr lang="en-US" sz="20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nameController.text</a:t>
            </a:r>
            <a:r>
              <a:rPr lang="en-US" sz="20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en-US" sz="2000" b="1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83844" y="2855198"/>
            <a:ext cx="49423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nameController.text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Amjad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84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77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Umar Farooq</dc:creator>
  <cp:lastModifiedBy>Umar Farooq</cp:lastModifiedBy>
  <cp:revision>19</cp:revision>
  <dcterms:created xsi:type="dcterms:W3CDTF">2025-09-17T09:03:48Z</dcterms:created>
  <dcterms:modified xsi:type="dcterms:W3CDTF">2025-09-19T07:19:59Z</dcterms:modified>
</cp:coreProperties>
</file>