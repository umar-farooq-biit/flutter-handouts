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8" r:id="rId3"/>
    <p:sldId id="279" r:id="rId4"/>
    <p:sldId id="281" r:id="rId5"/>
    <p:sldId id="283" r:id="rId6"/>
    <p:sldId id="284" r:id="rId7"/>
    <p:sldId id="285" r:id="rId8"/>
    <p:sldId id="28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332" autoAdjust="0"/>
  </p:normalViewPr>
  <p:slideViewPr>
    <p:cSldViewPr snapToGrid="0">
      <p:cViewPr varScale="1">
        <p:scale>
          <a:sx n="83" d="100"/>
          <a:sy n="83" d="100"/>
        </p:scale>
        <p:origin x="101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3" y="1122363"/>
            <a:ext cx="9144001" cy="2387600"/>
          </a:xfrm>
        </p:spPr>
        <p:txBody>
          <a:bodyPr anchor="b"/>
          <a:lstStyle>
            <a:lvl1pPr algn="ctr">
              <a:defRPr sz="5999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3" y="3602038"/>
            <a:ext cx="9144001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122" indent="0" algn="ctr">
              <a:buNone/>
              <a:defRPr sz="2000"/>
            </a:lvl2pPr>
            <a:lvl3pPr marL="914240" indent="0" algn="ctr">
              <a:buNone/>
              <a:defRPr sz="1799"/>
            </a:lvl3pPr>
            <a:lvl4pPr marL="1371359" indent="0" algn="ctr">
              <a:buNone/>
              <a:defRPr sz="1599"/>
            </a:lvl4pPr>
            <a:lvl5pPr marL="1828478" indent="0" algn="ctr">
              <a:buNone/>
              <a:defRPr sz="1599"/>
            </a:lvl5pPr>
            <a:lvl6pPr marL="2285597" indent="0" algn="ctr">
              <a:buNone/>
              <a:defRPr sz="1599"/>
            </a:lvl6pPr>
            <a:lvl7pPr marL="2742718" indent="0" algn="ctr">
              <a:buNone/>
              <a:defRPr sz="1599"/>
            </a:lvl7pPr>
            <a:lvl8pPr marL="3199837" indent="0" algn="ctr">
              <a:buNone/>
              <a:defRPr sz="1599"/>
            </a:lvl8pPr>
            <a:lvl9pPr marL="3656958" indent="0" algn="ctr">
              <a:buNone/>
              <a:defRPr sz="1599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15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00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45"/>
            <a:ext cx="10515600" cy="2852737"/>
          </a:xfrm>
        </p:spPr>
        <p:txBody>
          <a:bodyPr anchor="b"/>
          <a:lstStyle>
            <a:lvl1pPr>
              <a:defRPr sz="5999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71"/>
            <a:ext cx="10515600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12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240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359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4pPr>
            <a:lvl5pPr marL="182847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5pPr>
            <a:lvl6pPr marL="2285597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6pPr>
            <a:lvl7pPr marL="274271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7pPr>
            <a:lvl8pPr marL="3199837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8pPr>
            <a:lvl9pPr marL="365695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685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2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2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4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30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2" y="1681163"/>
            <a:ext cx="515778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122" indent="0">
              <a:buNone/>
              <a:defRPr sz="2000" b="1"/>
            </a:lvl2pPr>
            <a:lvl3pPr marL="914240" indent="0">
              <a:buNone/>
              <a:defRPr sz="1799" b="1"/>
            </a:lvl3pPr>
            <a:lvl4pPr marL="1371359" indent="0">
              <a:buNone/>
              <a:defRPr sz="1599" b="1"/>
            </a:lvl4pPr>
            <a:lvl5pPr marL="1828478" indent="0">
              <a:buNone/>
              <a:defRPr sz="1599" b="1"/>
            </a:lvl5pPr>
            <a:lvl6pPr marL="2285597" indent="0">
              <a:buNone/>
              <a:defRPr sz="1599" b="1"/>
            </a:lvl6pPr>
            <a:lvl7pPr marL="2742718" indent="0">
              <a:buNone/>
              <a:defRPr sz="1599" b="1"/>
            </a:lvl7pPr>
            <a:lvl8pPr marL="3199837" indent="0">
              <a:buNone/>
              <a:defRPr sz="1599" b="1"/>
            </a:lvl8pPr>
            <a:lvl9pPr marL="3656958" indent="0">
              <a:buNone/>
              <a:defRPr sz="1599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2" y="2505076"/>
            <a:ext cx="51577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5" y="1681163"/>
            <a:ext cx="518318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122" indent="0">
              <a:buNone/>
              <a:defRPr sz="2000" b="1"/>
            </a:lvl2pPr>
            <a:lvl3pPr marL="914240" indent="0">
              <a:buNone/>
              <a:defRPr sz="1799" b="1"/>
            </a:lvl3pPr>
            <a:lvl4pPr marL="1371359" indent="0">
              <a:buNone/>
              <a:defRPr sz="1599" b="1"/>
            </a:lvl4pPr>
            <a:lvl5pPr marL="1828478" indent="0">
              <a:buNone/>
              <a:defRPr sz="1599" b="1"/>
            </a:lvl5pPr>
            <a:lvl6pPr marL="2285597" indent="0">
              <a:buNone/>
              <a:defRPr sz="1599" b="1"/>
            </a:lvl6pPr>
            <a:lvl7pPr marL="2742718" indent="0">
              <a:buNone/>
              <a:defRPr sz="1599" b="1"/>
            </a:lvl7pPr>
            <a:lvl8pPr marL="3199837" indent="0">
              <a:buNone/>
              <a:defRPr sz="1599" b="1"/>
            </a:lvl8pPr>
            <a:lvl9pPr marL="3656958" indent="0">
              <a:buNone/>
              <a:defRPr sz="1599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5" y="2505076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00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753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175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91" y="987432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799"/>
            </a:lvl2pPr>
            <a:lvl3pPr>
              <a:defRPr sz="2399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599"/>
            </a:lvl1pPr>
            <a:lvl2pPr marL="457122" indent="0">
              <a:buNone/>
              <a:defRPr sz="1399"/>
            </a:lvl2pPr>
            <a:lvl3pPr marL="914240" indent="0">
              <a:buNone/>
              <a:defRPr sz="1201"/>
            </a:lvl3pPr>
            <a:lvl4pPr marL="1371359" indent="0">
              <a:buNone/>
              <a:defRPr sz="1000"/>
            </a:lvl4pPr>
            <a:lvl5pPr marL="1828478" indent="0">
              <a:buNone/>
              <a:defRPr sz="1000"/>
            </a:lvl5pPr>
            <a:lvl6pPr marL="2285597" indent="0">
              <a:buNone/>
              <a:defRPr sz="1000"/>
            </a:lvl6pPr>
            <a:lvl7pPr marL="2742718" indent="0">
              <a:buNone/>
              <a:defRPr sz="1000"/>
            </a:lvl7pPr>
            <a:lvl8pPr marL="3199837" indent="0">
              <a:buNone/>
              <a:defRPr sz="1000"/>
            </a:lvl8pPr>
            <a:lvl9pPr marL="3656958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30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91" y="987432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22" indent="0">
              <a:buNone/>
              <a:defRPr sz="2799"/>
            </a:lvl2pPr>
            <a:lvl3pPr marL="914240" indent="0">
              <a:buNone/>
              <a:defRPr sz="2399"/>
            </a:lvl3pPr>
            <a:lvl4pPr marL="1371359" indent="0">
              <a:buNone/>
              <a:defRPr sz="2000"/>
            </a:lvl4pPr>
            <a:lvl5pPr marL="1828478" indent="0">
              <a:buNone/>
              <a:defRPr sz="2000"/>
            </a:lvl5pPr>
            <a:lvl6pPr marL="2285597" indent="0">
              <a:buNone/>
              <a:defRPr sz="2000"/>
            </a:lvl6pPr>
            <a:lvl7pPr marL="2742718" indent="0">
              <a:buNone/>
              <a:defRPr sz="2000"/>
            </a:lvl7pPr>
            <a:lvl8pPr marL="3199837" indent="0">
              <a:buNone/>
              <a:defRPr sz="2000"/>
            </a:lvl8pPr>
            <a:lvl9pPr marL="3656958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599"/>
            </a:lvl1pPr>
            <a:lvl2pPr marL="457122" indent="0">
              <a:buNone/>
              <a:defRPr sz="1399"/>
            </a:lvl2pPr>
            <a:lvl3pPr marL="914240" indent="0">
              <a:buNone/>
              <a:defRPr sz="1201"/>
            </a:lvl3pPr>
            <a:lvl4pPr marL="1371359" indent="0">
              <a:buNone/>
              <a:defRPr sz="1000"/>
            </a:lvl4pPr>
            <a:lvl5pPr marL="1828478" indent="0">
              <a:buNone/>
              <a:defRPr sz="1000"/>
            </a:lvl5pPr>
            <a:lvl6pPr marL="2285597" indent="0">
              <a:buNone/>
              <a:defRPr sz="1000"/>
            </a:lvl6pPr>
            <a:lvl7pPr marL="2742718" indent="0">
              <a:buNone/>
              <a:defRPr sz="1000"/>
            </a:lvl7pPr>
            <a:lvl8pPr marL="3199837" indent="0">
              <a:buNone/>
              <a:defRPr sz="1000"/>
            </a:lvl8pPr>
            <a:lvl9pPr marL="3656958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14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910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3" y="365125"/>
            <a:ext cx="2628901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4" y="365125"/>
            <a:ext cx="7734299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20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3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4" y="6356358"/>
            <a:ext cx="27431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8A650-7C7E-4E41-AB7C-EA322427679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6" y="6356358"/>
            <a:ext cx="411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5" y="6356358"/>
            <a:ext cx="27431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763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240" rtl="0" eaLnBrk="1" latinLnBrk="0" hangingPunct="1">
        <a:lnSpc>
          <a:spcPct val="90000"/>
        </a:lnSpc>
        <a:spcBef>
          <a:spcPct val="0"/>
        </a:spcBef>
        <a:buNone/>
        <a:defRPr sz="43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60" indent="-228560" algn="l" defTabSz="91424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80" indent="-228560" algn="l" defTabSz="91424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799" indent="-228560" algn="l" defTabSz="91424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19" indent="-228560" algn="l" defTabSz="91424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7039" indent="-228560" algn="l" defTabSz="91424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4157" indent="-228560" algn="l" defTabSz="91424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1276" indent="-228560" algn="l" defTabSz="91424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8398" indent="-228560" algn="l" defTabSz="91424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518" indent="-228560" algn="l" defTabSz="91424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122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359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478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597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718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837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958" algn="l" defTabSz="91424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0571" y="2219417"/>
            <a:ext cx="2847704" cy="1112992"/>
          </a:xfrm>
        </p:spPr>
        <p:txBody>
          <a:bodyPr vert="horz" anchor="b">
            <a:normAutofit/>
          </a:bodyPr>
          <a:lstStyle/>
          <a:p>
            <a:pPr algn="r"/>
            <a:r>
              <a:rPr lang="en-US" sz="7199" b="1" dirty="0">
                <a:solidFill>
                  <a:srgbClr val="002060"/>
                </a:solidFill>
              </a:rPr>
              <a:t>Flutter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36" y="390618"/>
            <a:ext cx="3541046" cy="54153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27669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1616366"/>
            <a:ext cx="12192001" cy="236450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smtClean="0"/>
              <a:t>Google Map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461936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7" y="-3175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Dependencies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754910" y="2182276"/>
            <a:ext cx="3306618" cy="6927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3" name="Rectangle 2"/>
          <p:cNvSpPr/>
          <p:nvPr/>
        </p:nvSpPr>
        <p:spPr>
          <a:xfrm>
            <a:off x="261256" y="1328311"/>
            <a:ext cx="6653349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rgbClr val="FF0000"/>
                </a:solidFill>
              </a:rPr>
              <a:t>google_maps_flutter</a:t>
            </a:r>
            <a:r>
              <a:rPr lang="en-US" sz="2800" b="1" dirty="0">
                <a:solidFill>
                  <a:srgbClr val="FF0000"/>
                </a:solidFill>
              </a:rPr>
              <a:t>: </a:t>
            </a:r>
          </a:p>
          <a:p>
            <a:endParaRPr lang="en-US" sz="2800" b="1" dirty="0" smtClean="0"/>
          </a:p>
          <a:p>
            <a:endParaRPr lang="en-US" sz="2800" b="1" dirty="0"/>
          </a:p>
          <a:p>
            <a:r>
              <a:rPr lang="en-US" sz="2800" b="1" dirty="0" err="1" smtClean="0">
                <a:solidFill>
                  <a:srgbClr val="FF0000"/>
                </a:solidFill>
              </a:rPr>
              <a:t>geolocator</a:t>
            </a:r>
            <a:r>
              <a:rPr lang="en-US" sz="2800" b="1" dirty="0">
                <a:solidFill>
                  <a:srgbClr val="FF0000"/>
                </a:solidFill>
              </a:rPr>
              <a:t>: 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endParaRPr lang="en-US" sz="2800" b="1" dirty="0">
              <a:solidFill>
                <a:srgbClr val="FF0000"/>
              </a:solidFill>
            </a:endParaRPr>
          </a:p>
          <a:p>
            <a:r>
              <a:rPr lang="en-US" sz="3600" b="1" dirty="0">
                <a:solidFill>
                  <a:srgbClr val="FF0000"/>
                </a:solidFill>
              </a:rPr>
              <a:t>geocoding</a:t>
            </a:r>
            <a:r>
              <a:rPr lang="en-US" sz="3600" b="1" dirty="0" smtClean="0">
                <a:solidFill>
                  <a:srgbClr val="FF0000"/>
                </a:solidFill>
              </a:rPr>
              <a:t>:</a:t>
            </a:r>
            <a:endParaRPr lang="en-US" sz="3600" b="1" dirty="0">
              <a:solidFill>
                <a:srgbClr val="FF0000"/>
              </a:solidFill>
            </a:endParaRPr>
          </a:p>
          <a:p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619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7" y="-3175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Configurations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754910" y="2182276"/>
            <a:ext cx="3306618" cy="6927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45947" y="1068923"/>
            <a:ext cx="65245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android/app/src/main/AndroidManifest.xml</a:t>
            </a: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</a:rPr>
              <a:t>: </a:t>
            </a:r>
            <a:endParaRPr kumimoji="0" lang="en-US" altLang="en-US" sz="4800" b="1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20685" y="1605310"/>
            <a:ext cx="76025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&lt;meta-data</a:t>
            </a:r>
          </a:p>
          <a:p>
            <a:r>
              <a:rPr lang="en-US" sz="2400" b="1" dirty="0">
                <a:solidFill>
                  <a:srgbClr val="0070C0"/>
                </a:solidFill>
              </a:rPr>
              <a:t>    </a:t>
            </a:r>
            <a:r>
              <a:rPr lang="en-US" sz="2400" b="1" dirty="0" err="1">
                <a:solidFill>
                  <a:srgbClr val="0070C0"/>
                </a:solidFill>
              </a:rPr>
              <a:t>android:name</a:t>
            </a:r>
            <a:r>
              <a:rPr lang="en-US" sz="2400" b="1" dirty="0">
                <a:solidFill>
                  <a:srgbClr val="0070C0"/>
                </a:solidFill>
              </a:rPr>
              <a:t>="</a:t>
            </a:r>
            <a:r>
              <a:rPr lang="en-US" sz="2400" b="1" dirty="0" err="1">
                <a:solidFill>
                  <a:srgbClr val="FF0000"/>
                </a:solidFill>
              </a:rPr>
              <a:t>com.google.android.geo.API_KEY</a:t>
            </a:r>
            <a:r>
              <a:rPr lang="en-US" sz="2400" b="1" dirty="0">
                <a:solidFill>
                  <a:srgbClr val="0070C0"/>
                </a:solidFill>
              </a:rPr>
              <a:t>"</a:t>
            </a:r>
          </a:p>
          <a:p>
            <a:r>
              <a:rPr lang="en-US" sz="2400" b="1" dirty="0">
                <a:solidFill>
                  <a:srgbClr val="0070C0"/>
                </a:solidFill>
              </a:rPr>
              <a:t>    </a:t>
            </a:r>
            <a:r>
              <a:rPr lang="en-US" sz="2400" b="1" dirty="0" err="1">
                <a:solidFill>
                  <a:srgbClr val="0070C0"/>
                </a:solidFill>
              </a:rPr>
              <a:t>android:value</a:t>
            </a:r>
            <a:r>
              <a:rPr lang="en-US" sz="2400" b="1" dirty="0">
                <a:solidFill>
                  <a:srgbClr val="0070C0"/>
                </a:solidFill>
              </a:rPr>
              <a:t>="</a:t>
            </a:r>
            <a:r>
              <a:rPr lang="en-US" sz="2400" b="1" dirty="0">
                <a:solidFill>
                  <a:schemeClr val="accent2"/>
                </a:solidFill>
              </a:rPr>
              <a:t>YOUR_GOOGLE_MAPS_API_KEY</a:t>
            </a:r>
            <a:r>
              <a:rPr lang="en-US" sz="2400" b="1" dirty="0">
                <a:solidFill>
                  <a:srgbClr val="0070C0"/>
                </a:solidFill>
              </a:rPr>
              <a:t>"/&gt;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369456" y="3526693"/>
            <a:ext cx="1162224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&lt;uses-permission </a:t>
            </a:r>
            <a:r>
              <a:rPr lang="en-US" sz="2400" b="1" dirty="0" err="1">
                <a:solidFill>
                  <a:srgbClr val="00B050"/>
                </a:solidFill>
              </a:rPr>
              <a:t>android:name</a:t>
            </a:r>
            <a:r>
              <a:rPr lang="en-US" sz="2400" b="1" dirty="0">
                <a:solidFill>
                  <a:srgbClr val="00B050"/>
                </a:solidFill>
              </a:rPr>
              <a:t>="</a:t>
            </a:r>
            <a:r>
              <a:rPr lang="en-US" sz="2400" b="1" dirty="0" err="1">
                <a:solidFill>
                  <a:srgbClr val="00B050"/>
                </a:solidFill>
              </a:rPr>
              <a:t>android.permission.ACCESS_FINE_LOCATION</a:t>
            </a:r>
            <a:r>
              <a:rPr lang="en-US" sz="2400" b="1" dirty="0" smtClean="0">
                <a:solidFill>
                  <a:srgbClr val="00B050"/>
                </a:solidFill>
              </a:rPr>
              <a:t>"/&gt;</a:t>
            </a:r>
          </a:p>
          <a:p>
            <a:endParaRPr lang="en-US" sz="2400" b="1" dirty="0">
              <a:solidFill>
                <a:srgbClr val="00B050"/>
              </a:solidFill>
            </a:endParaRPr>
          </a:p>
          <a:p>
            <a:endParaRPr lang="en-US" sz="2400" b="1" dirty="0">
              <a:solidFill>
                <a:srgbClr val="00B050"/>
              </a:solidFill>
            </a:endParaRPr>
          </a:p>
          <a:p>
            <a:r>
              <a:rPr lang="en-US" sz="2400" b="1" dirty="0">
                <a:solidFill>
                  <a:srgbClr val="00B050"/>
                </a:solidFill>
              </a:rPr>
              <a:t>&lt;uses-permission </a:t>
            </a:r>
            <a:r>
              <a:rPr lang="en-US" sz="2400" b="1" dirty="0" err="1">
                <a:solidFill>
                  <a:srgbClr val="00B050"/>
                </a:solidFill>
              </a:rPr>
              <a:t>android:name</a:t>
            </a:r>
            <a:r>
              <a:rPr lang="en-US" sz="2400" b="1" dirty="0">
                <a:solidFill>
                  <a:srgbClr val="00B050"/>
                </a:solidFill>
              </a:rPr>
              <a:t>="</a:t>
            </a:r>
            <a:r>
              <a:rPr lang="en-US" sz="2400" b="1" dirty="0" err="1">
                <a:solidFill>
                  <a:srgbClr val="00B050"/>
                </a:solidFill>
              </a:rPr>
              <a:t>android.permission.ACCESS_COARSE_LOCATION</a:t>
            </a:r>
            <a:r>
              <a:rPr lang="en-US" sz="2400" b="1" dirty="0">
                <a:solidFill>
                  <a:srgbClr val="00B050"/>
                </a:solidFill>
              </a:rPr>
              <a:t>"/&gt;</a:t>
            </a:r>
          </a:p>
        </p:txBody>
      </p:sp>
    </p:spTree>
    <p:extLst>
      <p:ext uri="{BB962C8B-B14F-4D97-AF65-F5344CB8AC3E}">
        <p14:creationId xmlns:p14="http://schemas.microsoft.com/office/powerpoint/2010/main" val="2723991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0" y="15729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Google Map Widget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4434" y="912618"/>
            <a:ext cx="8621485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GoogleMap</a:t>
            </a:r>
            <a:r>
              <a:rPr lang="en-US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      </a:t>
            </a:r>
          </a:p>
          <a:p>
            <a:r>
              <a:rPr lang="en-US" sz="200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initialCameraPosition</a:t>
            </a:r>
            <a:r>
              <a:rPr lang="en-US" sz="20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markers:</a:t>
            </a:r>
          </a:p>
          <a:p>
            <a:r>
              <a:rPr lang="en-US" sz="200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onTap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: </a:t>
            </a:r>
            <a:endParaRPr lang="en-US" sz="200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onMapCreated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:</a:t>
            </a:r>
            <a:endParaRPr lang="en-US" sz="200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 smtClean="0">
                <a:solidFill>
                  <a:srgbClr val="00B050"/>
                </a:solidFill>
                <a:latin typeface="Consolas" panose="020B0609020204030204" pitchFamily="49" charset="0"/>
              </a:rPr>
              <a:t>)</a:t>
            </a:r>
            <a:endParaRPr lang="en-US" dirty="0">
              <a:solidFill>
                <a:srgbClr val="00B05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273331" y="712563"/>
            <a:ext cx="6918037" cy="830997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2400" b="1" dirty="0" err="1" smtClean="0">
                <a:latin typeface="Consolas" panose="020B0609020204030204" pitchFamily="49" charset="0"/>
              </a:rPr>
              <a:t>CameraPosition</a:t>
            </a:r>
            <a:r>
              <a:rPr lang="en-US" sz="2400" b="1" dirty="0" smtClean="0">
                <a:latin typeface="Consolas" panose="020B0609020204030204" pitchFamily="49" charset="0"/>
              </a:rPr>
              <a:t>(  target</a:t>
            </a:r>
            <a:r>
              <a:rPr lang="en-US" sz="2400" b="1" dirty="0">
                <a:latin typeface="Consolas" panose="020B0609020204030204" pitchFamily="49" charset="0"/>
              </a:rPr>
              <a:t>: </a:t>
            </a:r>
            <a:r>
              <a:rPr lang="en-US" sz="2400" b="1" dirty="0" smtClean="0">
                <a:latin typeface="Consolas" panose="020B0609020204030204" pitchFamily="49" charset="0"/>
              </a:rPr>
              <a:t>zoom</a:t>
            </a:r>
            <a:r>
              <a:rPr lang="en-US" sz="2400" b="1" dirty="0">
                <a:latin typeface="Consolas" panose="020B0609020204030204" pitchFamily="49" charset="0"/>
              </a:rPr>
              <a:t>: 15</a:t>
            </a:r>
            <a:r>
              <a:rPr lang="en-US" sz="2400" b="1" dirty="0" smtClean="0">
                <a:latin typeface="Consolas" panose="020B0609020204030204" pitchFamily="49" charset="0"/>
              </a:rPr>
              <a:t>,),</a:t>
            </a:r>
          </a:p>
          <a:p>
            <a:r>
              <a:rPr lang="en-US" sz="24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// here target requires </a:t>
            </a:r>
            <a:r>
              <a:rPr lang="en-US" sz="2400" b="1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LatLng</a:t>
            </a:r>
            <a:r>
              <a:rPr lang="en-US" sz="24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object </a:t>
            </a:r>
            <a:endParaRPr lang="en-US" sz="240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3870036" y="1128062"/>
            <a:ext cx="1085140" cy="3957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273330" y="1734155"/>
            <a:ext cx="6918037" cy="2246769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 Marker(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markerId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20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MarkerId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selected_location</a:t>
            </a:r>
            <a:r>
              <a:rPr lang="en-US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),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position: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tappedPoint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infoWindow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20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InfoWindow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(title: </a:t>
            </a:r>
            <a:r>
              <a:rPr lang="en-US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"Selected Location"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),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        ),</a:t>
            </a:r>
            <a:endParaRPr lang="en-US" sz="20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1856509" y="1985818"/>
            <a:ext cx="3251200" cy="4156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107709" y="4183625"/>
            <a:ext cx="7088800" cy="523220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2800" b="1" dirty="0"/>
              <a:t> void _</a:t>
            </a:r>
            <a:r>
              <a:rPr lang="en-US" sz="2800" b="1" dirty="0" err="1"/>
              <a:t>onMapTapped</a:t>
            </a:r>
            <a:r>
              <a:rPr lang="en-US" sz="2800" b="1" dirty="0"/>
              <a:t>(</a:t>
            </a:r>
            <a:r>
              <a:rPr lang="en-US" sz="2800" b="1" dirty="0" err="1">
                <a:solidFill>
                  <a:srgbClr val="FF0000"/>
                </a:solidFill>
              </a:rPr>
              <a:t>LatLng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tappedPoint</a:t>
            </a:r>
            <a:r>
              <a:rPr lang="en-US" sz="2800" b="1" dirty="0"/>
              <a:t>) </a:t>
            </a:r>
            <a:r>
              <a:rPr lang="en-US" sz="2800" b="1" dirty="0" smtClean="0"/>
              <a:t>{    }</a:t>
            </a:r>
            <a:endParaRPr lang="en-US" sz="2800" b="1" dirty="0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1616046" y="2271015"/>
            <a:ext cx="3491663" cy="18928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1681018" y="2762242"/>
            <a:ext cx="17838" cy="21607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66095" y="4992419"/>
            <a:ext cx="6391564" cy="923330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(controller) {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_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mapController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= controller;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},</a:t>
            </a:r>
            <a:endParaRPr lang="en-US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880853" y="5515639"/>
            <a:ext cx="44728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GoogleMapController</a:t>
            </a:r>
            <a:r>
              <a:rPr lang="en-US" sz="2000" b="1" dirty="0">
                <a:solidFill>
                  <a:srgbClr val="FF0000"/>
                </a:solidFill>
              </a:rPr>
              <a:t>? _</a:t>
            </a:r>
            <a:r>
              <a:rPr lang="en-US" sz="2000" b="1" dirty="0" err="1">
                <a:solidFill>
                  <a:srgbClr val="FF0000"/>
                </a:solidFill>
              </a:rPr>
              <a:t>mapController</a:t>
            </a:r>
            <a:r>
              <a:rPr lang="en-US" sz="2000" b="1" dirty="0">
                <a:solidFill>
                  <a:srgbClr val="FF0000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815981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5" grpId="0" animBg="1"/>
      <p:bldP spid="23" grpId="0" animBg="1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0" y="0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Current Location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754910" y="2182276"/>
            <a:ext cx="3306618" cy="6927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4" name="Rectangle 3"/>
          <p:cNvSpPr/>
          <p:nvPr/>
        </p:nvSpPr>
        <p:spPr>
          <a:xfrm>
            <a:off x="502747" y="954637"/>
            <a:ext cx="1118523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Future&lt;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&gt; _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getCurrentLocation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2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async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bool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serviceEnabled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Geolocator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isLocationServiceEnabled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(!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serviceEnabled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LocationPermission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permission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Geolocator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.checkPermission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(permission ==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LocationPermission.</a:t>
            </a:r>
            <a:r>
              <a:rPr lang="en-US" b="1" dirty="0" err="1">
                <a:solidFill>
                  <a:srgbClr val="098658"/>
                </a:solidFill>
                <a:latin typeface="Consolas" panose="020B0609020204030204" pitchFamily="49" charset="0"/>
              </a:rPr>
              <a:t>denied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permission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Geolocator.requestPermission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Position </a:t>
            </a:r>
            <a:r>
              <a:rPr 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position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smtClean="0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Geolocator</a:t>
            </a:r>
            <a:r>
              <a:rPr 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.getCurrentPosition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desiredAccuracy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LocationAccuracy.</a:t>
            </a:r>
            <a:r>
              <a:rPr lang="en-US" dirty="0" err="1" smtClean="0">
                <a:solidFill>
                  <a:srgbClr val="098658"/>
                </a:solidFill>
                <a:latin typeface="Consolas" panose="020B0609020204030204" pitchFamily="49" charset="0"/>
              </a:rPr>
              <a:t>high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_</a:t>
            </a:r>
            <a:r>
              <a:rPr 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currentLocation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LatLng</a:t>
            </a:r>
            <a:r>
              <a:rPr lang="en-US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position.latitude</a:t>
            </a:r>
            <a:r>
              <a:rPr lang="en-US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, </a:t>
            </a:r>
            <a:r>
              <a:rPr lang="en-US" b="1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position.longitude</a:t>
            </a:r>
            <a:r>
              <a:rPr lang="en-US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  <a:endParaRPr lang="en-US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7413" y="694267"/>
            <a:ext cx="2462151" cy="467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58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7" y="-3175"/>
            <a:ext cx="12190731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Location Name form </a:t>
            </a:r>
            <a:r>
              <a:rPr lang="en-US" sz="3600" b="1" dirty="0" err="1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Lat</a:t>
            </a:r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and </a:t>
            </a:r>
            <a:r>
              <a:rPr lang="en-US" sz="3600" b="1" dirty="0" err="1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Lng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754910" y="2182276"/>
            <a:ext cx="3306618" cy="6927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4" name="Rectangle 3"/>
          <p:cNvSpPr/>
          <p:nvPr/>
        </p:nvSpPr>
        <p:spPr>
          <a:xfrm>
            <a:off x="74528" y="1066701"/>
            <a:ext cx="12117472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Future&lt;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getAddressFromLatLng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(double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lat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, double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lng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2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async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List&lt;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Placemark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placemarks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await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placemarkFromCoordinates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lat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, 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lng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Placemark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 place =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placemarks.first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20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locationName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${place.name</a:t>
            </a:r>
            <a:r>
              <a:rPr 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sz="20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,: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${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place.locality</a:t>
            </a:r>
            <a:r>
              <a:rPr 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sz="20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,: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${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place.administrativeArea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${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place.country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   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setState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(() {</a:t>
            </a:r>
          </a:p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     </a:t>
            </a:r>
          </a:p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   });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839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1616366"/>
            <a:ext cx="12192001" cy="236450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smtClean="0"/>
              <a:t>Thank You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875897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2485</TotalTime>
  <Words>101</Words>
  <Application>Microsoft Office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Unicode MS</vt:lpstr>
      <vt:lpstr>Calibri</vt:lpstr>
      <vt:lpstr>Calibri Light</vt:lpstr>
      <vt:lpstr>Consolas</vt:lpstr>
      <vt:lpstr>Office Theme</vt:lpstr>
      <vt:lpstr>Flutter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Umar Farooq</dc:creator>
  <cp:lastModifiedBy>Umar Farooq</cp:lastModifiedBy>
  <cp:revision>108</cp:revision>
  <dcterms:created xsi:type="dcterms:W3CDTF">2025-09-17T09:03:48Z</dcterms:created>
  <dcterms:modified xsi:type="dcterms:W3CDTF">2025-12-12T07:26:07Z</dcterms:modified>
</cp:coreProperties>
</file>