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8" r:id="rId3"/>
    <p:sldId id="274" r:id="rId4"/>
    <p:sldId id="281" r:id="rId5"/>
    <p:sldId id="28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15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00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8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0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5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7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30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4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10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0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8A650-7C7E-4E41-AB7C-EA322427679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6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0570" y="2219416"/>
            <a:ext cx="2847704" cy="1112992"/>
          </a:xfrm>
        </p:spPr>
        <p:txBody>
          <a:bodyPr vert="horz" anchor="b">
            <a:normAutofit/>
          </a:bodyPr>
          <a:lstStyle/>
          <a:p>
            <a:pPr algn="r"/>
            <a:r>
              <a:rPr lang="en-US" sz="7200" b="1" dirty="0">
                <a:solidFill>
                  <a:srgbClr val="002060"/>
                </a:solidFill>
              </a:rPr>
              <a:t>Flutter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35" y="390618"/>
            <a:ext cx="3541047" cy="54153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2766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616363"/>
            <a:ext cx="12192000" cy="236450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Lab Task 1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6193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1270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 Task 1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28" y="738908"/>
            <a:ext cx="3116580" cy="58437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3239309" y="738908"/>
            <a:ext cx="85555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ABC Restaurant wants a single-screen app where customers can select between </a:t>
            </a:r>
            <a:r>
              <a:rPr lang="en-US" b="1" dirty="0"/>
              <a:t>Breakfast</a:t>
            </a:r>
            <a:r>
              <a:rPr lang="en-US" dirty="0"/>
              <a:t>, </a:t>
            </a:r>
            <a:r>
              <a:rPr lang="en-US" b="1" dirty="0"/>
              <a:t>Lunch</a:t>
            </a:r>
            <a:r>
              <a:rPr lang="en-US" dirty="0"/>
              <a:t>, or </a:t>
            </a:r>
            <a:r>
              <a:rPr lang="en-US" b="1" dirty="0" smtClean="0"/>
              <a:t>Dinner</a:t>
            </a:r>
            <a:r>
              <a:rPr lang="en-US" dirty="0" smtClean="0"/>
              <a:t>. Once </a:t>
            </a:r>
            <a:r>
              <a:rPr lang="en-US" dirty="0"/>
              <a:t>a meal type is selected, the menu for that category </a:t>
            </a:r>
            <a:r>
              <a:rPr lang="en-US" dirty="0" smtClean="0"/>
              <a:t>appears. Customers </a:t>
            </a:r>
            <a:r>
              <a:rPr lang="en-US" dirty="0"/>
              <a:t>can select multiple food items, and the total bill will be calculated and displayed dynamically.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6254" y="1997545"/>
            <a:ext cx="629458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Meal Type choice 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Auto Label changing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Display menu in a list view from list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Auto </a:t>
            </a:r>
            <a:r>
              <a:rPr lang="en-US" b="1" dirty="0">
                <a:solidFill>
                  <a:srgbClr val="FF0000"/>
                </a:solidFill>
              </a:rPr>
              <a:t>Bill calculation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b="1" dirty="0">
                <a:solidFill>
                  <a:srgbClr val="FF0000"/>
                </a:solidFill>
              </a:rPr>
              <a:t>Auto Label </a:t>
            </a:r>
            <a:r>
              <a:rPr lang="en-US" b="1" dirty="0" smtClean="0">
                <a:solidFill>
                  <a:srgbClr val="FF0000"/>
                </a:solidFill>
              </a:rPr>
              <a:t>changing (Change on radio button selection)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826327" y="2161309"/>
            <a:ext cx="1149927" cy="184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124363" y="2563091"/>
            <a:ext cx="1851891" cy="1246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ight Brace 17"/>
          <p:cNvSpPr/>
          <p:nvPr/>
        </p:nvSpPr>
        <p:spPr>
          <a:xfrm>
            <a:off x="3239308" y="2770909"/>
            <a:ext cx="418292" cy="2022764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2124363" y="5763491"/>
            <a:ext cx="1851891" cy="2170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1470544" y="6076201"/>
            <a:ext cx="2505710" cy="2049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616363"/>
            <a:ext cx="12192000" cy="236450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Lab Task </a:t>
            </a:r>
            <a:r>
              <a:rPr lang="en-US" sz="4000" dirty="0" smtClean="0"/>
              <a:t>2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9319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204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88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Flutter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Umar Farooq</dc:creator>
  <cp:lastModifiedBy>Umar Farooq</cp:lastModifiedBy>
  <cp:revision>67</cp:revision>
  <dcterms:created xsi:type="dcterms:W3CDTF">2025-09-17T09:03:48Z</dcterms:created>
  <dcterms:modified xsi:type="dcterms:W3CDTF">2025-10-12T05:09:28Z</dcterms:modified>
</cp:coreProperties>
</file>